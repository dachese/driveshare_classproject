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3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02F6A2-CD12-4A77-BDE0-02A4D3F923E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2AC4233-6CA8-4EC5-8682-67DEEF0E612E}">
      <dgm:prSet/>
      <dgm:spPr/>
      <dgm:t>
        <a:bodyPr/>
        <a:lstStyle/>
        <a:p>
          <a:r>
            <a:rPr lang="en-US"/>
            <a:t>Peer to peer car rental platform</a:t>
          </a:r>
        </a:p>
      </dgm:t>
    </dgm:pt>
    <dgm:pt modelId="{74007E55-216A-4FFC-BD1C-53AF42B9D213}" type="parTrans" cxnId="{3201C1D9-C849-40D3-891D-1281F15A6378}">
      <dgm:prSet/>
      <dgm:spPr/>
      <dgm:t>
        <a:bodyPr/>
        <a:lstStyle/>
        <a:p>
          <a:endParaRPr lang="en-US"/>
        </a:p>
      </dgm:t>
    </dgm:pt>
    <dgm:pt modelId="{DD8D9CD0-520F-4006-98F2-1C03EFC98CF0}" type="sibTrans" cxnId="{3201C1D9-C849-40D3-891D-1281F15A6378}">
      <dgm:prSet/>
      <dgm:spPr/>
      <dgm:t>
        <a:bodyPr/>
        <a:lstStyle/>
        <a:p>
          <a:endParaRPr lang="en-US"/>
        </a:p>
      </dgm:t>
    </dgm:pt>
    <dgm:pt modelId="{A993F493-A0BB-403C-9BB5-31F505364578}">
      <dgm:prSet/>
      <dgm:spPr/>
      <dgm:t>
        <a:bodyPr/>
        <a:lstStyle/>
        <a:p>
          <a:r>
            <a:rPr lang="en-US"/>
            <a:t>Users can list or rent cars</a:t>
          </a:r>
        </a:p>
      </dgm:t>
    </dgm:pt>
    <dgm:pt modelId="{14463075-F4BE-4CFE-8938-65C7AFB93488}" type="parTrans" cxnId="{C8C01482-5C29-4126-889D-249656880C3C}">
      <dgm:prSet/>
      <dgm:spPr/>
      <dgm:t>
        <a:bodyPr/>
        <a:lstStyle/>
        <a:p>
          <a:endParaRPr lang="en-US"/>
        </a:p>
      </dgm:t>
    </dgm:pt>
    <dgm:pt modelId="{FAD98D6C-5748-41BD-B360-F33154DFEC2E}" type="sibTrans" cxnId="{C8C01482-5C29-4126-889D-249656880C3C}">
      <dgm:prSet/>
      <dgm:spPr/>
      <dgm:t>
        <a:bodyPr/>
        <a:lstStyle/>
        <a:p>
          <a:endParaRPr lang="en-US"/>
        </a:p>
      </dgm:t>
    </dgm:pt>
    <dgm:pt modelId="{9DCC8C02-8FB9-49C1-9490-F44710F2F424}">
      <dgm:prSet/>
      <dgm:spPr/>
      <dgm:t>
        <a:bodyPr/>
        <a:lstStyle/>
        <a:p>
          <a:r>
            <a:rPr lang="en-US"/>
            <a:t>Supports booking, messaging, and payments</a:t>
          </a:r>
        </a:p>
      </dgm:t>
    </dgm:pt>
    <dgm:pt modelId="{E662833A-7D8D-4476-8830-708A910956DB}" type="parTrans" cxnId="{24F133DE-8A07-426B-9AA1-17F0BD6D4B68}">
      <dgm:prSet/>
      <dgm:spPr/>
      <dgm:t>
        <a:bodyPr/>
        <a:lstStyle/>
        <a:p>
          <a:endParaRPr lang="en-US"/>
        </a:p>
      </dgm:t>
    </dgm:pt>
    <dgm:pt modelId="{B71B9C47-2CE8-4543-A42C-7BC246FD8CF2}" type="sibTrans" cxnId="{24F133DE-8A07-426B-9AA1-17F0BD6D4B68}">
      <dgm:prSet/>
      <dgm:spPr/>
      <dgm:t>
        <a:bodyPr/>
        <a:lstStyle/>
        <a:p>
          <a:endParaRPr lang="en-US"/>
        </a:p>
      </dgm:t>
    </dgm:pt>
    <dgm:pt modelId="{AE42EE34-7EBA-4649-93B0-B3689AEADCA6}" type="pres">
      <dgm:prSet presAssocID="{9502F6A2-CD12-4A77-BDE0-02A4D3F923E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962301-C4E4-4A0F-B241-D4C870D5D1D3}" type="pres">
      <dgm:prSet presAssocID="{02AC4233-6CA8-4EC5-8682-67DEEF0E612E}" presName="hierRoot1" presStyleCnt="0"/>
      <dgm:spPr/>
    </dgm:pt>
    <dgm:pt modelId="{F6DF396F-1F4E-41BD-B1A8-D9F299EB9229}" type="pres">
      <dgm:prSet presAssocID="{02AC4233-6CA8-4EC5-8682-67DEEF0E612E}" presName="composite" presStyleCnt="0"/>
      <dgm:spPr/>
    </dgm:pt>
    <dgm:pt modelId="{B1F5CD9E-4446-4215-8DDE-7D437ACB14D9}" type="pres">
      <dgm:prSet presAssocID="{02AC4233-6CA8-4EC5-8682-67DEEF0E612E}" presName="background" presStyleLbl="node0" presStyleIdx="0" presStyleCnt="3"/>
      <dgm:spPr/>
    </dgm:pt>
    <dgm:pt modelId="{8BC3142A-A7DC-4967-A790-1258101A964C}" type="pres">
      <dgm:prSet presAssocID="{02AC4233-6CA8-4EC5-8682-67DEEF0E612E}" presName="text" presStyleLbl="fgAcc0" presStyleIdx="0" presStyleCnt="3">
        <dgm:presLayoutVars>
          <dgm:chPref val="3"/>
        </dgm:presLayoutVars>
      </dgm:prSet>
      <dgm:spPr/>
    </dgm:pt>
    <dgm:pt modelId="{77FBB95F-57F9-42F1-8C25-2A5E13FA0CD9}" type="pres">
      <dgm:prSet presAssocID="{02AC4233-6CA8-4EC5-8682-67DEEF0E612E}" presName="hierChild2" presStyleCnt="0"/>
      <dgm:spPr/>
    </dgm:pt>
    <dgm:pt modelId="{CA33BC9C-17D4-4F8F-A1BA-167DE9493D76}" type="pres">
      <dgm:prSet presAssocID="{A993F493-A0BB-403C-9BB5-31F505364578}" presName="hierRoot1" presStyleCnt="0"/>
      <dgm:spPr/>
    </dgm:pt>
    <dgm:pt modelId="{B5A31E20-D87C-4A93-B128-7561B8944ADF}" type="pres">
      <dgm:prSet presAssocID="{A993F493-A0BB-403C-9BB5-31F505364578}" presName="composite" presStyleCnt="0"/>
      <dgm:spPr/>
    </dgm:pt>
    <dgm:pt modelId="{679EA45E-8403-4E64-B083-E187B1C1C13A}" type="pres">
      <dgm:prSet presAssocID="{A993F493-A0BB-403C-9BB5-31F505364578}" presName="background" presStyleLbl="node0" presStyleIdx="1" presStyleCnt="3"/>
      <dgm:spPr/>
    </dgm:pt>
    <dgm:pt modelId="{98612E45-BBD1-4322-BAAC-E29A9012C396}" type="pres">
      <dgm:prSet presAssocID="{A993F493-A0BB-403C-9BB5-31F505364578}" presName="text" presStyleLbl="fgAcc0" presStyleIdx="1" presStyleCnt="3">
        <dgm:presLayoutVars>
          <dgm:chPref val="3"/>
        </dgm:presLayoutVars>
      </dgm:prSet>
      <dgm:spPr/>
    </dgm:pt>
    <dgm:pt modelId="{079D8D77-459F-49A3-BE37-E7190AEA80E1}" type="pres">
      <dgm:prSet presAssocID="{A993F493-A0BB-403C-9BB5-31F505364578}" presName="hierChild2" presStyleCnt="0"/>
      <dgm:spPr/>
    </dgm:pt>
    <dgm:pt modelId="{FD77BD46-7DE4-4D97-A4E3-4F6BE49B1907}" type="pres">
      <dgm:prSet presAssocID="{9DCC8C02-8FB9-49C1-9490-F44710F2F424}" presName="hierRoot1" presStyleCnt="0"/>
      <dgm:spPr/>
    </dgm:pt>
    <dgm:pt modelId="{FA650F12-62EC-49C1-8DE5-93F1A86AB29E}" type="pres">
      <dgm:prSet presAssocID="{9DCC8C02-8FB9-49C1-9490-F44710F2F424}" presName="composite" presStyleCnt="0"/>
      <dgm:spPr/>
    </dgm:pt>
    <dgm:pt modelId="{638B1170-A5AD-4D5C-B855-78BAC151A717}" type="pres">
      <dgm:prSet presAssocID="{9DCC8C02-8FB9-49C1-9490-F44710F2F424}" presName="background" presStyleLbl="node0" presStyleIdx="2" presStyleCnt="3"/>
      <dgm:spPr/>
    </dgm:pt>
    <dgm:pt modelId="{D5A7B3E0-48C2-47C9-80E0-506DAD3B519D}" type="pres">
      <dgm:prSet presAssocID="{9DCC8C02-8FB9-49C1-9490-F44710F2F424}" presName="text" presStyleLbl="fgAcc0" presStyleIdx="2" presStyleCnt="3">
        <dgm:presLayoutVars>
          <dgm:chPref val="3"/>
        </dgm:presLayoutVars>
      </dgm:prSet>
      <dgm:spPr/>
    </dgm:pt>
    <dgm:pt modelId="{CB91A4F7-8BDF-4488-9CD5-FE0DFAA1274B}" type="pres">
      <dgm:prSet presAssocID="{9DCC8C02-8FB9-49C1-9490-F44710F2F424}" presName="hierChild2" presStyleCnt="0"/>
      <dgm:spPr/>
    </dgm:pt>
  </dgm:ptLst>
  <dgm:cxnLst>
    <dgm:cxn modelId="{09636039-77F1-4D63-9F31-4C06754ED5C4}" type="presOf" srcId="{02AC4233-6CA8-4EC5-8682-67DEEF0E612E}" destId="{8BC3142A-A7DC-4967-A790-1258101A964C}" srcOrd="0" destOrd="0" presId="urn:microsoft.com/office/officeart/2005/8/layout/hierarchy1"/>
    <dgm:cxn modelId="{FEEBDB44-29CB-4FD4-990C-AB582461AFD4}" type="presOf" srcId="{9DCC8C02-8FB9-49C1-9490-F44710F2F424}" destId="{D5A7B3E0-48C2-47C9-80E0-506DAD3B519D}" srcOrd="0" destOrd="0" presId="urn:microsoft.com/office/officeart/2005/8/layout/hierarchy1"/>
    <dgm:cxn modelId="{53D9754E-1223-4587-B2E5-9C754D23DF24}" type="presOf" srcId="{A993F493-A0BB-403C-9BB5-31F505364578}" destId="{98612E45-BBD1-4322-BAAC-E29A9012C396}" srcOrd="0" destOrd="0" presId="urn:microsoft.com/office/officeart/2005/8/layout/hierarchy1"/>
    <dgm:cxn modelId="{C8C01482-5C29-4126-889D-249656880C3C}" srcId="{9502F6A2-CD12-4A77-BDE0-02A4D3F923ED}" destId="{A993F493-A0BB-403C-9BB5-31F505364578}" srcOrd="1" destOrd="0" parTransId="{14463075-F4BE-4CFE-8938-65C7AFB93488}" sibTransId="{FAD98D6C-5748-41BD-B360-F33154DFEC2E}"/>
    <dgm:cxn modelId="{9374AF9D-39EA-4EB3-8189-2BBD8552161C}" type="presOf" srcId="{9502F6A2-CD12-4A77-BDE0-02A4D3F923ED}" destId="{AE42EE34-7EBA-4649-93B0-B3689AEADCA6}" srcOrd="0" destOrd="0" presId="urn:microsoft.com/office/officeart/2005/8/layout/hierarchy1"/>
    <dgm:cxn modelId="{3201C1D9-C849-40D3-891D-1281F15A6378}" srcId="{9502F6A2-CD12-4A77-BDE0-02A4D3F923ED}" destId="{02AC4233-6CA8-4EC5-8682-67DEEF0E612E}" srcOrd="0" destOrd="0" parTransId="{74007E55-216A-4FFC-BD1C-53AF42B9D213}" sibTransId="{DD8D9CD0-520F-4006-98F2-1C03EFC98CF0}"/>
    <dgm:cxn modelId="{24F133DE-8A07-426B-9AA1-17F0BD6D4B68}" srcId="{9502F6A2-CD12-4A77-BDE0-02A4D3F923ED}" destId="{9DCC8C02-8FB9-49C1-9490-F44710F2F424}" srcOrd="2" destOrd="0" parTransId="{E662833A-7D8D-4476-8830-708A910956DB}" sibTransId="{B71B9C47-2CE8-4543-A42C-7BC246FD8CF2}"/>
    <dgm:cxn modelId="{CC3C5345-DAFA-4337-A1AC-2D0FE9B52648}" type="presParOf" srcId="{AE42EE34-7EBA-4649-93B0-B3689AEADCA6}" destId="{21962301-C4E4-4A0F-B241-D4C870D5D1D3}" srcOrd="0" destOrd="0" presId="urn:microsoft.com/office/officeart/2005/8/layout/hierarchy1"/>
    <dgm:cxn modelId="{045A1195-8F0D-4166-8BBD-AEBDF1B79F47}" type="presParOf" srcId="{21962301-C4E4-4A0F-B241-D4C870D5D1D3}" destId="{F6DF396F-1F4E-41BD-B1A8-D9F299EB9229}" srcOrd="0" destOrd="0" presId="urn:microsoft.com/office/officeart/2005/8/layout/hierarchy1"/>
    <dgm:cxn modelId="{1E65CDE2-7B6A-4E67-A2E0-6E4E395CED42}" type="presParOf" srcId="{F6DF396F-1F4E-41BD-B1A8-D9F299EB9229}" destId="{B1F5CD9E-4446-4215-8DDE-7D437ACB14D9}" srcOrd="0" destOrd="0" presId="urn:microsoft.com/office/officeart/2005/8/layout/hierarchy1"/>
    <dgm:cxn modelId="{59EAC786-8EE7-4D4A-B2DB-D188DFCAF46E}" type="presParOf" srcId="{F6DF396F-1F4E-41BD-B1A8-D9F299EB9229}" destId="{8BC3142A-A7DC-4967-A790-1258101A964C}" srcOrd="1" destOrd="0" presId="urn:microsoft.com/office/officeart/2005/8/layout/hierarchy1"/>
    <dgm:cxn modelId="{83B72D77-BFDF-4571-8961-BE8CC915F961}" type="presParOf" srcId="{21962301-C4E4-4A0F-B241-D4C870D5D1D3}" destId="{77FBB95F-57F9-42F1-8C25-2A5E13FA0CD9}" srcOrd="1" destOrd="0" presId="urn:microsoft.com/office/officeart/2005/8/layout/hierarchy1"/>
    <dgm:cxn modelId="{7BEE804D-6EEF-4A7C-A0B0-B642158B1776}" type="presParOf" srcId="{AE42EE34-7EBA-4649-93B0-B3689AEADCA6}" destId="{CA33BC9C-17D4-4F8F-A1BA-167DE9493D76}" srcOrd="1" destOrd="0" presId="urn:microsoft.com/office/officeart/2005/8/layout/hierarchy1"/>
    <dgm:cxn modelId="{FFD9CFEC-5205-406E-8761-40BBD478675F}" type="presParOf" srcId="{CA33BC9C-17D4-4F8F-A1BA-167DE9493D76}" destId="{B5A31E20-D87C-4A93-B128-7561B8944ADF}" srcOrd="0" destOrd="0" presId="urn:microsoft.com/office/officeart/2005/8/layout/hierarchy1"/>
    <dgm:cxn modelId="{2D40111C-AA0A-4D7A-84E7-A250C9A9E29F}" type="presParOf" srcId="{B5A31E20-D87C-4A93-B128-7561B8944ADF}" destId="{679EA45E-8403-4E64-B083-E187B1C1C13A}" srcOrd="0" destOrd="0" presId="urn:microsoft.com/office/officeart/2005/8/layout/hierarchy1"/>
    <dgm:cxn modelId="{1306F3F8-DC2C-4974-A08F-A916A49C0390}" type="presParOf" srcId="{B5A31E20-D87C-4A93-B128-7561B8944ADF}" destId="{98612E45-BBD1-4322-BAAC-E29A9012C396}" srcOrd="1" destOrd="0" presId="urn:microsoft.com/office/officeart/2005/8/layout/hierarchy1"/>
    <dgm:cxn modelId="{D52FCD83-9C89-4FEA-A818-BE259AF1A94A}" type="presParOf" srcId="{CA33BC9C-17D4-4F8F-A1BA-167DE9493D76}" destId="{079D8D77-459F-49A3-BE37-E7190AEA80E1}" srcOrd="1" destOrd="0" presId="urn:microsoft.com/office/officeart/2005/8/layout/hierarchy1"/>
    <dgm:cxn modelId="{5BAAAE63-9A81-47B1-ACEF-DF31E28A5869}" type="presParOf" srcId="{AE42EE34-7EBA-4649-93B0-B3689AEADCA6}" destId="{FD77BD46-7DE4-4D97-A4E3-4F6BE49B1907}" srcOrd="2" destOrd="0" presId="urn:microsoft.com/office/officeart/2005/8/layout/hierarchy1"/>
    <dgm:cxn modelId="{F714D5D1-8B27-4156-AB36-78EBCE0A2808}" type="presParOf" srcId="{FD77BD46-7DE4-4D97-A4E3-4F6BE49B1907}" destId="{FA650F12-62EC-49C1-8DE5-93F1A86AB29E}" srcOrd="0" destOrd="0" presId="urn:microsoft.com/office/officeart/2005/8/layout/hierarchy1"/>
    <dgm:cxn modelId="{DFAD18DB-77EB-4699-B98D-4068652F7E2A}" type="presParOf" srcId="{FA650F12-62EC-49C1-8DE5-93F1A86AB29E}" destId="{638B1170-A5AD-4D5C-B855-78BAC151A717}" srcOrd="0" destOrd="0" presId="urn:microsoft.com/office/officeart/2005/8/layout/hierarchy1"/>
    <dgm:cxn modelId="{85B2A02D-68FB-4CD7-ADD3-0EBE68C74B08}" type="presParOf" srcId="{FA650F12-62EC-49C1-8DE5-93F1A86AB29E}" destId="{D5A7B3E0-48C2-47C9-80E0-506DAD3B519D}" srcOrd="1" destOrd="0" presId="urn:microsoft.com/office/officeart/2005/8/layout/hierarchy1"/>
    <dgm:cxn modelId="{6CB6FC2B-9F37-4661-9155-6A328FC3D148}" type="presParOf" srcId="{FD77BD46-7DE4-4D97-A4E3-4F6BE49B1907}" destId="{CB91A4F7-8BDF-4488-9CD5-FE0DFAA1274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84A8B3-8CDC-4245-B568-84DF5BE5F48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DD1B12A-6B59-431C-B001-174AB8477D5B}">
      <dgm:prSet/>
      <dgm:spPr/>
      <dgm:t>
        <a:bodyPr/>
        <a:lstStyle/>
        <a:p>
          <a:r>
            <a:rPr lang="en-US"/>
            <a:t>Builder</a:t>
          </a:r>
        </a:p>
      </dgm:t>
    </dgm:pt>
    <dgm:pt modelId="{C3586887-4C53-4636-BF4C-183C89540449}" type="parTrans" cxnId="{EC4B6337-A7B4-4695-9A03-62A4CEF26361}">
      <dgm:prSet/>
      <dgm:spPr/>
      <dgm:t>
        <a:bodyPr/>
        <a:lstStyle/>
        <a:p>
          <a:endParaRPr lang="en-US"/>
        </a:p>
      </dgm:t>
    </dgm:pt>
    <dgm:pt modelId="{D8CF7FBC-CBBB-4323-B6E3-A36D27BB74A5}" type="sibTrans" cxnId="{EC4B6337-A7B4-4695-9A03-62A4CEF26361}">
      <dgm:prSet/>
      <dgm:spPr/>
      <dgm:t>
        <a:bodyPr/>
        <a:lstStyle/>
        <a:p>
          <a:endParaRPr lang="en-US"/>
        </a:p>
      </dgm:t>
    </dgm:pt>
    <dgm:pt modelId="{731927D0-67DE-4744-A8E3-D844DD5B397F}">
      <dgm:prSet/>
      <dgm:spPr/>
      <dgm:t>
        <a:bodyPr/>
        <a:lstStyle/>
        <a:p>
          <a:r>
            <a:rPr lang="en-US"/>
            <a:t>Chain of Responsibility</a:t>
          </a:r>
        </a:p>
      </dgm:t>
    </dgm:pt>
    <dgm:pt modelId="{99F17913-FBF8-452D-AC60-CAC7F7D19D8F}" type="parTrans" cxnId="{BDF39AAB-84DC-4EB3-80A6-C7B6AC8D5F10}">
      <dgm:prSet/>
      <dgm:spPr/>
      <dgm:t>
        <a:bodyPr/>
        <a:lstStyle/>
        <a:p>
          <a:endParaRPr lang="en-US"/>
        </a:p>
      </dgm:t>
    </dgm:pt>
    <dgm:pt modelId="{D1755730-0059-47DF-813F-2C84688D4064}" type="sibTrans" cxnId="{BDF39AAB-84DC-4EB3-80A6-C7B6AC8D5F10}">
      <dgm:prSet/>
      <dgm:spPr/>
      <dgm:t>
        <a:bodyPr/>
        <a:lstStyle/>
        <a:p>
          <a:endParaRPr lang="en-US"/>
        </a:p>
      </dgm:t>
    </dgm:pt>
    <dgm:pt modelId="{6996C1BA-C986-4C10-AA73-C42215E8DDC9}">
      <dgm:prSet/>
      <dgm:spPr/>
      <dgm:t>
        <a:bodyPr/>
        <a:lstStyle/>
        <a:p>
          <a:r>
            <a:rPr lang="en-US"/>
            <a:t>Mediator</a:t>
          </a:r>
        </a:p>
      </dgm:t>
    </dgm:pt>
    <dgm:pt modelId="{A12D6B12-5FDE-4EEB-88E0-1CA567752B47}" type="parTrans" cxnId="{9827F254-C896-4845-8426-18B39269C85B}">
      <dgm:prSet/>
      <dgm:spPr/>
      <dgm:t>
        <a:bodyPr/>
        <a:lstStyle/>
        <a:p>
          <a:endParaRPr lang="en-US"/>
        </a:p>
      </dgm:t>
    </dgm:pt>
    <dgm:pt modelId="{CAA1FA28-457E-4BD3-BF11-643C90013CE0}" type="sibTrans" cxnId="{9827F254-C896-4845-8426-18B39269C85B}">
      <dgm:prSet/>
      <dgm:spPr/>
      <dgm:t>
        <a:bodyPr/>
        <a:lstStyle/>
        <a:p>
          <a:endParaRPr lang="en-US"/>
        </a:p>
      </dgm:t>
    </dgm:pt>
    <dgm:pt modelId="{0AB027D9-FC2E-4F72-BDC3-F8798C7D3AAC}">
      <dgm:prSet/>
      <dgm:spPr/>
      <dgm:t>
        <a:bodyPr/>
        <a:lstStyle/>
        <a:p>
          <a:r>
            <a:rPr lang="en-US"/>
            <a:t>Observer</a:t>
          </a:r>
        </a:p>
      </dgm:t>
    </dgm:pt>
    <dgm:pt modelId="{72EDB24C-5970-4EF9-8273-B384B80D2B68}" type="parTrans" cxnId="{251D2E48-8A58-4276-B36F-127D5307CE1B}">
      <dgm:prSet/>
      <dgm:spPr/>
      <dgm:t>
        <a:bodyPr/>
        <a:lstStyle/>
        <a:p>
          <a:endParaRPr lang="en-US"/>
        </a:p>
      </dgm:t>
    </dgm:pt>
    <dgm:pt modelId="{82C3CD29-A56F-42BF-A0ED-9FF92E78E5A5}" type="sibTrans" cxnId="{251D2E48-8A58-4276-B36F-127D5307CE1B}">
      <dgm:prSet/>
      <dgm:spPr/>
      <dgm:t>
        <a:bodyPr/>
        <a:lstStyle/>
        <a:p>
          <a:endParaRPr lang="en-US"/>
        </a:p>
      </dgm:t>
    </dgm:pt>
    <dgm:pt modelId="{575BAD4B-FC01-44C6-8536-74DE61777915}">
      <dgm:prSet/>
      <dgm:spPr/>
      <dgm:t>
        <a:bodyPr/>
        <a:lstStyle/>
        <a:p>
          <a:r>
            <a:rPr lang="en-US"/>
            <a:t>Proxy</a:t>
          </a:r>
        </a:p>
      </dgm:t>
    </dgm:pt>
    <dgm:pt modelId="{44A83B63-D905-467A-817D-120F28ED0433}" type="parTrans" cxnId="{A150F40A-3C34-4F46-A52A-D854CF809348}">
      <dgm:prSet/>
      <dgm:spPr/>
      <dgm:t>
        <a:bodyPr/>
        <a:lstStyle/>
        <a:p>
          <a:endParaRPr lang="en-US"/>
        </a:p>
      </dgm:t>
    </dgm:pt>
    <dgm:pt modelId="{D2DEC6A3-8EEF-49C0-8D30-A6E82461706C}" type="sibTrans" cxnId="{A150F40A-3C34-4F46-A52A-D854CF809348}">
      <dgm:prSet/>
      <dgm:spPr/>
      <dgm:t>
        <a:bodyPr/>
        <a:lstStyle/>
        <a:p>
          <a:endParaRPr lang="en-US"/>
        </a:p>
      </dgm:t>
    </dgm:pt>
    <dgm:pt modelId="{3C2A146F-F390-46E5-9667-60C479DEADB6}">
      <dgm:prSet/>
      <dgm:spPr/>
      <dgm:t>
        <a:bodyPr/>
        <a:lstStyle/>
        <a:p>
          <a:r>
            <a:rPr lang="en-US"/>
            <a:t>Singleton</a:t>
          </a:r>
        </a:p>
      </dgm:t>
    </dgm:pt>
    <dgm:pt modelId="{7231AB45-A5FE-40D6-90D8-089D559CF059}" type="parTrans" cxnId="{1B0200A6-073F-4B2F-9824-45BA321614AA}">
      <dgm:prSet/>
      <dgm:spPr/>
      <dgm:t>
        <a:bodyPr/>
        <a:lstStyle/>
        <a:p>
          <a:endParaRPr lang="en-US"/>
        </a:p>
      </dgm:t>
    </dgm:pt>
    <dgm:pt modelId="{E7539444-B158-4BDE-858E-BEA9E91F1B42}" type="sibTrans" cxnId="{1B0200A6-073F-4B2F-9824-45BA321614AA}">
      <dgm:prSet/>
      <dgm:spPr/>
      <dgm:t>
        <a:bodyPr/>
        <a:lstStyle/>
        <a:p>
          <a:endParaRPr lang="en-US"/>
        </a:p>
      </dgm:t>
    </dgm:pt>
    <dgm:pt modelId="{2EED0C72-F022-4BBD-B2B1-53ED2687DCB9}" type="pres">
      <dgm:prSet presAssocID="{8384A8B3-8CDC-4245-B568-84DF5BE5F48E}" presName="diagram" presStyleCnt="0">
        <dgm:presLayoutVars>
          <dgm:dir/>
          <dgm:resizeHandles val="exact"/>
        </dgm:presLayoutVars>
      </dgm:prSet>
      <dgm:spPr/>
    </dgm:pt>
    <dgm:pt modelId="{FC736FFC-7EF2-4F32-AE8A-F01C3BC512CE}" type="pres">
      <dgm:prSet presAssocID="{CDD1B12A-6B59-431C-B001-174AB8477D5B}" presName="node" presStyleLbl="node1" presStyleIdx="0" presStyleCnt="6">
        <dgm:presLayoutVars>
          <dgm:bulletEnabled val="1"/>
        </dgm:presLayoutVars>
      </dgm:prSet>
      <dgm:spPr/>
    </dgm:pt>
    <dgm:pt modelId="{830AD053-F2C0-4FB1-9E42-C9DE05B7646C}" type="pres">
      <dgm:prSet presAssocID="{D8CF7FBC-CBBB-4323-B6E3-A36D27BB74A5}" presName="sibTrans" presStyleCnt="0"/>
      <dgm:spPr/>
    </dgm:pt>
    <dgm:pt modelId="{16163607-DD22-4DBC-BE49-A395B9A459D2}" type="pres">
      <dgm:prSet presAssocID="{731927D0-67DE-4744-A8E3-D844DD5B397F}" presName="node" presStyleLbl="node1" presStyleIdx="1" presStyleCnt="6">
        <dgm:presLayoutVars>
          <dgm:bulletEnabled val="1"/>
        </dgm:presLayoutVars>
      </dgm:prSet>
      <dgm:spPr/>
    </dgm:pt>
    <dgm:pt modelId="{82B004FB-34FF-47D0-B758-79501A0B1FBF}" type="pres">
      <dgm:prSet presAssocID="{D1755730-0059-47DF-813F-2C84688D4064}" presName="sibTrans" presStyleCnt="0"/>
      <dgm:spPr/>
    </dgm:pt>
    <dgm:pt modelId="{ADB2457D-E163-42FC-8995-9B8B536E851C}" type="pres">
      <dgm:prSet presAssocID="{6996C1BA-C986-4C10-AA73-C42215E8DDC9}" presName="node" presStyleLbl="node1" presStyleIdx="2" presStyleCnt="6">
        <dgm:presLayoutVars>
          <dgm:bulletEnabled val="1"/>
        </dgm:presLayoutVars>
      </dgm:prSet>
      <dgm:spPr/>
    </dgm:pt>
    <dgm:pt modelId="{61E379DA-2304-440E-AC43-2575E7968358}" type="pres">
      <dgm:prSet presAssocID="{CAA1FA28-457E-4BD3-BF11-643C90013CE0}" presName="sibTrans" presStyleCnt="0"/>
      <dgm:spPr/>
    </dgm:pt>
    <dgm:pt modelId="{822260CC-79A2-4E02-9981-6AB557397DC6}" type="pres">
      <dgm:prSet presAssocID="{0AB027D9-FC2E-4F72-BDC3-F8798C7D3AAC}" presName="node" presStyleLbl="node1" presStyleIdx="3" presStyleCnt="6">
        <dgm:presLayoutVars>
          <dgm:bulletEnabled val="1"/>
        </dgm:presLayoutVars>
      </dgm:prSet>
      <dgm:spPr/>
    </dgm:pt>
    <dgm:pt modelId="{DCF21446-0A6D-442F-8C75-9B267EC79262}" type="pres">
      <dgm:prSet presAssocID="{82C3CD29-A56F-42BF-A0ED-9FF92E78E5A5}" presName="sibTrans" presStyleCnt="0"/>
      <dgm:spPr/>
    </dgm:pt>
    <dgm:pt modelId="{87E4E648-B67F-4FB3-9ACD-31037442C645}" type="pres">
      <dgm:prSet presAssocID="{575BAD4B-FC01-44C6-8536-74DE61777915}" presName="node" presStyleLbl="node1" presStyleIdx="4" presStyleCnt="6">
        <dgm:presLayoutVars>
          <dgm:bulletEnabled val="1"/>
        </dgm:presLayoutVars>
      </dgm:prSet>
      <dgm:spPr/>
    </dgm:pt>
    <dgm:pt modelId="{1E060301-44AA-4FD2-91BA-2FD8F6A9B644}" type="pres">
      <dgm:prSet presAssocID="{D2DEC6A3-8EEF-49C0-8D30-A6E82461706C}" presName="sibTrans" presStyleCnt="0"/>
      <dgm:spPr/>
    </dgm:pt>
    <dgm:pt modelId="{16A64A54-23CE-4758-A878-D4BB97C1129D}" type="pres">
      <dgm:prSet presAssocID="{3C2A146F-F390-46E5-9667-60C479DEADB6}" presName="node" presStyleLbl="node1" presStyleIdx="5" presStyleCnt="6">
        <dgm:presLayoutVars>
          <dgm:bulletEnabled val="1"/>
        </dgm:presLayoutVars>
      </dgm:prSet>
      <dgm:spPr/>
    </dgm:pt>
  </dgm:ptLst>
  <dgm:cxnLst>
    <dgm:cxn modelId="{A150F40A-3C34-4F46-A52A-D854CF809348}" srcId="{8384A8B3-8CDC-4245-B568-84DF5BE5F48E}" destId="{575BAD4B-FC01-44C6-8536-74DE61777915}" srcOrd="4" destOrd="0" parTransId="{44A83B63-D905-467A-817D-120F28ED0433}" sibTransId="{D2DEC6A3-8EEF-49C0-8D30-A6E82461706C}"/>
    <dgm:cxn modelId="{8EF54511-AA04-4BB1-A120-A92B5649A2A3}" type="presOf" srcId="{6996C1BA-C986-4C10-AA73-C42215E8DDC9}" destId="{ADB2457D-E163-42FC-8995-9B8B536E851C}" srcOrd="0" destOrd="0" presId="urn:microsoft.com/office/officeart/2005/8/layout/default"/>
    <dgm:cxn modelId="{F5CD501C-9346-4AB1-ADBB-E27F495323EB}" type="presOf" srcId="{8384A8B3-8CDC-4245-B568-84DF5BE5F48E}" destId="{2EED0C72-F022-4BBD-B2B1-53ED2687DCB9}" srcOrd="0" destOrd="0" presId="urn:microsoft.com/office/officeart/2005/8/layout/default"/>
    <dgm:cxn modelId="{EC4B6337-A7B4-4695-9A03-62A4CEF26361}" srcId="{8384A8B3-8CDC-4245-B568-84DF5BE5F48E}" destId="{CDD1B12A-6B59-431C-B001-174AB8477D5B}" srcOrd="0" destOrd="0" parTransId="{C3586887-4C53-4636-BF4C-183C89540449}" sibTransId="{D8CF7FBC-CBBB-4323-B6E3-A36D27BB74A5}"/>
    <dgm:cxn modelId="{251D2E48-8A58-4276-B36F-127D5307CE1B}" srcId="{8384A8B3-8CDC-4245-B568-84DF5BE5F48E}" destId="{0AB027D9-FC2E-4F72-BDC3-F8798C7D3AAC}" srcOrd="3" destOrd="0" parTransId="{72EDB24C-5970-4EF9-8273-B384B80D2B68}" sibTransId="{82C3CD29-A56F-42BF-A0ED-9FF92E78E5A5}"/>
    <dgm:cxn modelId="{CAE6F86A-52A0-45C0-ABD8-BF7FAB34EC7A}" type="presOf" srcId="{731927D0-67DE-4744-A8E3-D844DD5B397F}" destId="{16163607-DD22-4DBC-BE49-A395B9A459D2}" srcOrd="0" destOrd="0" presId="urn:microsoft.com/office/officeart/2005/8/layout/default"/>
    <dgm:cxn modelId="{9827F254-C896-4845-8426-18B39269C85B}" srcId="{8384A8B3-8CDC-4245-B568-84DF5BE5F48E}" destId="{6996C1BA-C986-4C10-AA73-C42215E8DDC9}" srcOrd="2" destOrd="0" parTransId="{A12D6B12-5FDE-4EEB-88E0-1CA567752B47}" sibTransId="{CAA1FA28-457E-4BD3-BF11-643C90013CE0}"/>
    <dgm:cxn modelId="{82615555-ECFC-4358-ACEA-08B17EC3B6E0}" type="presOf" srcId="{575BAD4B-FC01-44C6-8536-74DE61777915}" destId="{87E4E648-B67F-4FB3-9ACD-31037442C645}" srcOrd="0" destOrd="0" presId="urn:microsoft.com/office/officeart/2005/8/layout/default"/>
    <dgm:cxn modelId="{C2649181-8C70-4C6F-B886-06C8A663E22A}" type="presOf" srcId="{0AB027D9-FC2E-4F72-BDC3-F8798C7D3AAC}" destId="{822260CC-79A2-4E02-9981-6AB557397DC6}" srcOrd="0" destOrd="0" presId="urn:microsoft.com/office/officeart/2005/8/layout/default"/>
    <dgm:cxn modelId="{CEA68794-FB90-46B1-82AB-5193C45CF4AF}" type="presOf" srcId="{CDD1B12A-6B59-431C-B001-174AB8477D5B}" destId="{FC736FFC-7EF2-4F32-AE8A-F01C3BC512CE}" srcOrd="0" destOrd="0" presId="urn:microsoft.com/office/officeart/2005/8/layout/default"/>
    <dgm:cxn modelId="{1B0200A6-073F-4B2F-9824-45BA321614AA}" srcId="{8384A8B3-8CDC-4245-B568-84DF5BE5F48E}" destId="{3C2A146F-F390-46E5-9667-60C479DEADB6}" srcOrd="5" destOrd="0" parTransId="{7231AB45-A5FE-40D6-90D8-089D559CF059}" sibTransId="{E7539444-B158-4BDE-858E-BEA9E91F1B42}"/>
    <dgm:cxn modelId="{BDF39AAB-84DC-4EB3-80A6-C7B6AC8D5F10}" srcId="{8384A8B3-8CDC-4245-B568-84DF5BE5F48E}" destId="{731927D0-67DE-4744-A8E3-D844DD5B397F}" srcOrd="1" destOrd="0" parTransId="{99F17913-FBF8-452D-AC60-CAC7F7D19D8F}" sibTransId="{D1755730-0059-47DF-813F-2C84688D4064}"/>
    <dgm:cxn modelId="{D961ACD3-BB32-4A55-8E7A-C75310648530}" type="presOf" srcId="{3C2A146F-F390-46E5-9667-60C479DEADB6}" destId="{16A64A54-23CE-4758-A878-D4BB97C1129D}" srcOrd="0" destOrd="0" presId="urn:microsoft.com/office/officeart/2005/8/layout/default"/>
    <dgm:cxn modelId="{DA2CF001-684B-4AF4-8274-11ABBC5BE409}" type="presParOf" srcId="{2EED0C72-F022-4BBD-B2B1-53ED2687DCB9}" destId="{FC736FFC-7EF2-4F32-AE8A-F01C3BC512CE}" srcOrd="0" destOrd="0" presId="urn:microsoft.com/office/officeart/2005/8/layout/default"/>
    <dgm:cxn modelId="{081FF468-F9E2-4371-A861-47F6653E4F28}" type="presParOf" srcId="{2EED0C72-F022-4BBD-B2B1-53ED2687DCB9}" destId="{830AD053-F2C0-4FB1-9E42-C9DE05B7646C}" srcOrd="1" destOrd="0" presId="urn:microsoft.com/office/officeart/2005/8/layout/default"/>
    <dgm:cxn modelId="{CD1A74E7-1986-4E25-96F6-2EC559CE9C23}" type="presParOf" srcId="{2EED0C72-F022-4BBD-B2B1-53ED2687DCB9}" destId="{16163607-DD22-4DBC-BE49-A395B9A459D2}" srcOrd="2" destOrd="0" presId="urn:microsoft.com/office/officeart/2005/8/layout/default"/>
    <dgm:cxn modelId="{E8FB5AD9-95F9-4D21-B1DD-E6EA2FCC6A27}" type="presParOf" srcId="{2EED0C72-F022-4BBD-B2B1-53ED2687DCB9}" destId="{82B004FB-34FF-47D0-B758-79501A0B1FBF}" srcOrd="3" destOrd="0" presId="urn:microsoft.com/office/officeart/2005/8/layout/default"/>
    <dgm:cxn modelId="{33181857-AB47-4D6E-85E6-0737028940FB}" type="presParOf" srcId="{2EED0C72-F022-4BBD-B2B1-53ED2687DCB9}" destId="{ADB2457D-E163-42FC-8995-9B8B536E851C}" srcOrd="4" destOrd="0" presId="urn:microsoft.com/office/officeart/2005/8/layout/default"/>
    <dgm:cxn modelId="{E3ACCC2A-9D7B-497C-9008-44076ABA626A}" type="presParOf" srcId="{2EED0C72-F022-4BBD-B2B1-53ED2687DCB9}" destId="{61E379DA-2304-440E-AC43-2575E7968358}" srcOrd="5" destOrd="0" presId="urn:microsoft.com/office/officeart/2005/8/layout/default"/>
    <dgm:cxn modelId="{2643966B-A920-40CF-BC9F-536E26E4F7EB}" type="presParOf" srcId="{2EED0C72-F022-4BBD-B2B1-53ED2687DCB9}" destId="{822260CC-79A2-4E02-9981-6AB557397DC6}" srcOrd="6" destOrd="0" presId="urn:microsoft.com/office/officeart/2005/8/layout/default"/>
    <dgm:cxn modelId="{F18F3DA4-2AA7-468D-A9D9-D880D5F27966}" type="presParOf" srcId="{2EED0C72-F022-4BBD-B2B1-53ED2687DCB9}" destId="{DCF21446-0A6D-442F-8C75-9B267EC79262}" srcOrd="7" destOrd="0" presId="urn:microsoft.com/office/officeart/2005/8/layout/default"/>
    <dgm:cxn modelId="{361E3460-B86B-46CB-8F1B-8D9427ABC00C}" type="presParOf" srcId="{2EED0C72-F022-4BBD-B2B1-53ED2687DCB9}" destId="{87E4E648-B67F-4FB3-9ACD-31037442C645}" srcOrd="8" destOrd="0" presId="urn:microsoft.com/office/officeart/2005/8/layout/default"/>
    <dgm:cxn modelId="{AE7C878A-D876-4FE5-A05C-B7EEE6091709}" type="presParOf" srcId="{2EED0C72-F022-4BBD-B2B1-53ED2687DCB9}" destId="{1E060301-44AA-4FD2-91BA-2FD8F6A9B644}" srcOrd="9" destOrd="0" presId="urn:microsoft.com/office/officeart/2005/8/layout/default"/>
    <dgm:cxn modelId="{1C50AA8C-75AF-46EA-BC9F-2383748A4DCC}" type="presParOf" srcId="{2EED0C72-F022-4BBD-B2B1-53ED2687DCB9}" destId="{16A64A54-23CE-4758-A878-D4BB97C1129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242CBD-AD65-4D0E-9110-BE5BD144C19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E222E4-9FA7-4D16-8ED0-1542B6EFF232}">
      <dgm:prSet/>
      <dgm:spPr/>
      <dgm:t>
        <a:bodyPr/>
        <a:lstStyle/>
        <a:p>
          <a:r>
            <a:rPr lang="en-US"/>
            <a:t>Rania:</a:t>
          </a:r>
        </a:p>
      </dgm:t>
    </dgm:pt>
    <dgm:pt modelId="{FFC7A27E-48DE-44A2-93FA-B7E58F1CDE26}" type="parTrans" cxnId="{A86B7776-3AA1-4A38-8F8F-C2257DD2EA58}">
      <dgm:prSet/>
      <dgm:spPr/>
      <dgm:t>
        <a:bodyPr/>
        <a:lstStyle/>
        <a:p>
          <a:endParaRPr lang="en-US"/>
        </a:p>
      </dgm:t>
    </dgm:pt>
    <dgm:pt modelId="{C7A3BDF5-1670-445E-B78D-0DA4FA20452E}" type="sibTrans" cxnId="{A86B7776-3AA1-4A38-8F8F-C2257DD2EA58}">
      <dgm:prSet/>
      <dgm:spPr/>
      <dgm:t>
        <a:bodyPr/>
        <a:lstStyle/>
        <a:p>
          <a:endParaRPr lang="en-US"/>
        </a:p>
      </dgm:t>
    </dgm:pt>
    <dgm:pt modelId="{086180F5-70A9-443A-AE23-012852F43330}">
      <dgm:prSet/>
      <dgm:spPr/>
      <dgm:t>
        <a:bodyPr/>
        <a:lstStyle/>
        <a:p>
          <a:r>
            <a:rPr lang="en-US" dirty="0"/>
            <a:t>User Interface design and implementation </a:t>
          </a:r>
        </a:p>
      </dgm:t>
    </dgm:pt>
    <dgm:pt modelId="{4CEFD6E6-6C5F-4DB1-A9B3-86B08982BCA1}" type="parTrans" cxnId="{5C4BDEFA-D7EE-4404-B9F2-79818CDEE944}">
      <dgm:prSet/>
      <dgm:spPr/>
      <dgm:t>
        <a:bodyPr/>
        <a:lstStyle/>
        <a:p>
          <a:endParaRPr lang="en-US"/>
        </a:p>
      </dgm:t>
    </dgm:pt>
    <dgm:pt modelId="{4F27777F-CA5F-4C6B-9C6F-FCC6B8873DB2}" type="sibTrans" cxnId="{5C4BDEFA-D7EE-4404-B9F2-79818CDEE944}">
      <dgm:prSet/>
      <dgm:spPr/>
      <dgm:t>
        <a:bodyPr/>
        <a:lstStyle/>
        <a:p>
          <a:endParaRPr lang="en-US"/>
        </a:p>
      </dgm:t>
    </dgm:pt>
    <dgm:pt modelId="{CD09923B-3CAD-4068-9DF8-2245A3EEC186}">
      <dgm:prSet/>
      <dgm:spPr/>
      <dgm:t>
        <a:bodyPr/>
        <a:lstStyle/>
        <a:p>
          <a:r>
            <a:rPr lang="en-US"/>
            <a:t>Messaging system </a:t>
          </a:r>
        </a:p>
      </dgm:t>
    </dgm:pt>
    <dgm:pt modelId="{A7784782-222D-49E3-8A9E-755FC2BDEF84}" type="parTrans" cxnId="{B00C3F5F-9EA3-41D5-B596-15B176481227}">
      <dgm:prSet/>
      <dgm:spPr/>
      <dgm:t>
        <a:bodyPr/>
        <a:lstStyle/>
        <a:p>
          <a:endParaRPr lang="en-US"/>
        </a:p>
      </dgm:t>
    </dgm:pt>
    <dgm:pt modelId="{1405C3EC-1BE0-44E5-A63B-10784BD42E26}" type="sibTrans" cxnId="{B00C3F5F-9EA3-41D5-B596-15B176481227}">
      <dgm:prSet/>
      <dgm:spPr/>
      <dgm:t>
        <a:bodyPr/>
        <a:lstStyle/>
        <a:p>
          <a:endParaRPr lang="en-US"/>
        </a:p>
      </dgm:t>
    </dgm:pt>
    <dgm:pt modelId="{0C284983-6F50-44FD-BCA9-3FD86AE7F0C0}">
      <dgm:prSet/>
      <dgm:spPr/>
      <dgm:t>
        <a:bodyPr/>
        <a:lstStyle/>
        <a:p>
          <a:r>
            <a:rPr lang="en-US"/>
            <a:t>Notifications system </a:t>
          </a:r>
        </a:p>
      </dgm:t>
    </dgm:pt>
    <dgm:pt modelId="{F9FD2E53-0EBD-45CF-B480-B69ED170FC6B}" type="parTrans" cxnId="{A346CC99-9AB5-487D-88A4-065C4A008CDA}">
      <dgm:prSet/>
      <dgm:spPr/>
      <dgm:t>
        <a:bodyPr/>
        <a:lstStyle/>
        <a:p>
          <a:endParaRPr lang="en-US"/>
        </a:p>
      </dgm:t>
    </dgm:pt>
    <dgm:pt modelId="{BA8FC0C8-3E60-4777-9405-43911877807F}" type="sibTrans" cxnId="{A346CC99-9AB5-487D-88A4-065C4A008CDA}">
      <dgm:prSet/>
      <dgm:spPr/>
      <dgm:t>
        <a:bodyPr/>
        <a:lstStyle/>
        <a:p>
          <a:endParaRPr lang="en-US"/>
        </a:p>
      </dgm:t>
    </dgm:pt>
    <dgm:pt modelId="{470BF94A-08E7-41ED-AF5F-A62B2604916B}">
      <dgm:prSet/>
      <dgm:spPr/>
      <dgm:t>
        <a:bodyPr/>
        <a:lstStyle/>
        <a:p>
          <a:r>
            <a:rPr lang="en-US"/>
            <a:t>Presentation and report</a:t>
          </a:r>
        </a:p>
      </dgm:t>
    </dgm:pt>
    <dgm:pt modelId="{97409320-31F3-43FC-BC92-C44E7D0DF149}" type="parTrans" cxnId="{DA02A162-403B-4E9F-9307-CEC21AFEE8E2}">
      <dgm:prSet/>
      <dgm:spPr/>
      <dgm:t>
        <a:bodyPr/>
        <a:lstStyle/>
        <a:p>
          <a:endParaRPr lang="en-US"/>
        </a:p>
      </dgm:t>
    </dgm:pt>
    <dgm:pt modelId="{F7F67278-FF08-466E-BC3E-FE710A4468DD}" type="sibTrans" cxnId="{DA02A162-403B-4E9F-9307-CEC21AFEE8E2}">
      <dgm:prSet/>
      <dgm:spPr/>
      <dgm:t>
        <a:bodyPr/>
        <a:lstStyle/>
        <a:p>
          <a:endParaRPr lang="en-US"/>
        </a:p>
      </dgm:t>
    </dgm:pt>
    <dgm:pt modelId="{BBA90CB0-A2C4-4BBC-8F0F-D339504AC80B}">
      <dgm:prSet/>
      <dgm:spPr/>
      <dgm:t>
        <a:bodyPr/>
        <a:lstStyle/>
        <a:p>
          <a:r>
            <a:rPr lang="en-US"/>
            <a:t>Aldo:</a:t>
          </a:r>
        </a:p>
      </dgm:t>
    </dgm:pt>
    <dgm:pt modelId="{A6467BBE-3FBF-4BE6-A720-08BDA43374EC}" type="parTrans" cxnId="{D3D4C96D-6D0B-4649-978B-9CC8FC64C39A}">
      <dgm:prSet/>
      <dgm:spPr/>
      <dgm:t>
        <a:bodyPr/>
        <a:lstStyle/>
        <a:p>
          <a:endParaRPr lang="en-US"/>
        </a:p>
      </dgm:t>
    </dgm:pt>
    <dgm:pt modelId="{DE9A72E4-177C-48A0-A4EA-DB993974B840}" type="sibTrans" cxnId="{D3D4C96D-6D0B-4649-978B-9CC8FC64C39A}">
      <dgm:prSet/>
      <dgm:spPr/>
      <dgm:t>
        <a:bodyPr/>
        <a:lstStyle/>
        <a:p>
          <a:endParaRPr lang="en-US"/>
        </a:p>
      </dgm:t>
    </dgm:pt>
    <dgm:pt modelId="{F14D9ECA-C034-48AD-A633-988C4A04494D}">
      <dgm:prSet/>
      <dgm:spPr/>
      <dgm:t>
        <a:bodyPr/>
        <a:lstStyle/>
        <a:p>
          <a:r>
            <a:rPr lang="en-US"/>
            <a:t>Booking system </a:t>
          </a:r>
        </a:p>
      </dgm:t>
    </dgm:pt>
    <dgm:pt modelId="{94C685AF-D71E-4823-BE6D-6895446CA4DA}" type="parTrans" cxnId="{7215EE75-C603-44AD-BA5A-F0A952BAADFF}">
      <dgm:prSet/>
      <dgm:spPr/>
      <dgm:t>
        <a:bodyPr/>
        <a:lstStyle/>
        <a:p>
          <a:endParaRPr lang="en-US"/>
        </a:p>
      </dgm:t>
    </dgm:pt>
    <dgm:pt modelId="{F9B4A4BA-E8F7-4718-8076-7CA59A3930E1}" type="sibTrans" cxnId="{7215EE75-C603-44AD-BA5A-F0A952BAADFF}">
      <dgm:prSet/>
      <dgm:spPr/>
      <dgm:t>
        <a:bodyPr/>
        <a:lstStyle/>
        <a:p>
          <a:endParaRPr lang="en-US"/>
        </a:p>
      </dgm:t>
    </dgm:pt>
    <dgm:pt modelId="{6CC9857F-1724-48F8-AAB9-B61DBD7D97C6}">
      <dgm:prSet/>
      <dgm:spPr/>
      <dgm:t>
        <a:bodyPr/>
        <a:lstStyle/>
        <a:p>
          <a:r>
            <a:rPr lang="en-US"/>
            <a:t>Database design and integration </a:t>
          </a:r>
        </a:p>
      </dgm:t>
    </dgm:pt>
    <dgm:pt modelId="{F1E4E62B-EE9B-4A81-840C-110B08B5CC95}" type="parTrans" cxnId="{93768E99-0BA0-4789-A6BC-688DA10C5677}">
      <dgm:prSet/>
      <dgm:spPr/>
      <dgm:t>
        <a:bodyPr/>
        <a:lstStyle/>
        <a:p>
          <a:endParaRPr lang="en-US"/>
        </a:p>
      </dgm:t>
    </dgm:pt>
    <dgm:pt modelId="{B7605551-ED4B-4A7A-923D-C1C382DE9182}" type="sibTrans" cxnId="{93768E99-0BA0-4789-A6BC-688DA10C5677}">
      <dgm:prSet/>
      <dgm:spPr/>
      <dgm:t>
        <a:bodyPr/>
        <a:lstStyle/>
        <a:p>
          <a:endParaRPr lang="en-US"/>
        </a:p>
      </dgm:t>
    </dgm:pt>
    <dgm:pt modelId="{2E135A3D-090C-4AA4-B009-639626EB93DB}">
      <dgm:prSet/>
      <dgm:spPr/>
      <dgm:t>
        <a:bodyPr/>
        <a:lstStyle/>
        <a:p>
          <a:r>
            <a:rPr lang="en-US"/>
            <a:t>Payment system </a:t>
          </a:r>
        </a:p>
      </dgm:t>
    </dgm:pt>
    <dgm:pt modelId="{0DA2FC9F-63DA-488C-AA48-F79F0E74073B}" type="parTrans" cxnId="{2EF897F7-4ED8-4DC9-8A77-C83760057843}">
      <dgm:prSet/>
      <dgm:spPr/>
      <dgm:t>
        <a:bodyPr/>
        <a:lstStyle/>
        <a:p>
          <a:endParaRPr lang="en-US"/>
        </a:p>
      </dgm:t>
    </dgm:pt>
    <dgm:pt modelId="{F5DFA878-2CC0-4E52-A94A-205CDAF210A2}" type="sibTrans" cxnId="{2EF897F7-4ED8-4DC9-8A77-C83760057843}">
      <dgm:prSet/>
      <dgm:spPr/>
      <dgm:t>
        <a:bodyPr/>
        <a:lstStyle/>
        <a:p>
          <a:endParaRPr lang="en-US"/>
        </a:p>
      </dgm:t>
    </dgm:pt>
    <dgm:pt modelId="{6E779C28-4314-43FE-AFC1-BD6A483BC99A}">
      <dgm:prSet/>
      <dgm:spPr/>
      <dgm:t>
        <a:bodyPr/>
        <a:lstStyle/>
        <a:p>
          <a:r>
            <a:rPr lang="en-US"/>
            <a:t>Authentication and session management</a:t>
          </a:r>
        </a:p>
      </dgm:t>
    </dgm:pt>
    <dgm:pt modelId="{1AB9D26A-F86B-4EBB-9973-38A218EC52CF}" type="parTrans" cxnId="{C0527D7C-48CC-4898-BF52-EA7BA8854F51}">
      <dgm:prSet/>
      <dgm:spPr/>
      <dgm:t>
        <a:bodyPr/>
        <a:lstStyle/>
        <a:p>
          <a:endParaRPr lang="en-US"/>
        </a:p>
      </dgm:t>
    </dgm:pt>
    <dgm:pt modelId="{F7B2C15A-7A90-4ACA-AEDD-52A9B81FC013}" type="sibTrans" cxnId="{C0527D7C-48CC-4898-BF52-EA7BA8854F51}">
      <dgm:prSet/>
      <dgm:spPr/>
      <dgm:t>
        <a:bodyPr/>
        <a:lstStyle/>
        <a:p>
          <a:endParaRPr lang="en-US"/>
        </a:p>
      </dgm:t>
    </dgm:pt>
    <dgm:pt modelId="{02753B9C-B3FC-472E-B6EF-1C35CB36DCF1}" type="pres">
      <dgm:prSet presAssocID="{5F242CBD-AD65-4D0E-9110-BE5BD144C191}" presName="vert0" presStyleCnt="0">
        <dgm:presLayoutVars>
          <dgm:dir/>
          <dgm:animOne val="branch"/>
          <dgm:animLvl val="lvl"/>
        </dgm:presLayoutVars>
      </dgm:prSet>
      <dgm:spPr/>
    </dgm:pt>
    <dgm:pt modelId="{2FF6B778-25E9-47BA-A6BE-C97A95729AA6}" type="pres">
      <dgm:prSet presAssocID="{ECE222E4-9FA7-4D16-8ED0-1542B6EFF232}" presName="thickLine" presStyleLbl="alignNode1" presStyleIdx="0" presStyleCnt="10"/>
      <dgm:spPr/>
    </dgm:pt>
    <dgm:pt modelId="{21B6491F-62EA-41EE-AD33-52528A4EC360}" type="pres">
      <dgm:prSet presAssocID="{ECE222E4-9FA7-4D16-8ED0-1542B6EFF232}" presName="horz1" presStyleCnt="0"/>
      <dgm:spPr/>
    </dgm:pt>
    <dgm:pt modelId="{C1B9576B-BD1C-4374-8C84-26C6547B804F}" type="pres">
      <dgm:prSet presAssocID="{ECE222E4-9FA7-4D16-8ED0-1542B6EFF232}" presName="tx1" presStyleLbl="revTx" presStyleIdx="0" presStyleCnt="10"/>
      <dgm:spPr/>
    </dgm:pt>
    <dgm:pt modelId="{B5AFC65F-2876-4CEA-97F9-66928A5CE8C6}" type="pres">
      <dgm:prSet presAssocID="{ECE222E4-9FA7-4D16-8ED0-1542B6EFF232}" presName="vert1" presStyleCnt="0"/>
      <dgm:spPr/>
    </dgm:pt>
    <dgm:pt modelId="{D015DE39-5155-4786-BD0E-A7B7A11DB319}" type="pres">
      <dgm:prSet presAssocID="{086180F5-70A9-443A-AE23-012852F43330}" presName="thickLine" presStyleLbl="alignNode1" presStyleIdx="1" presStyleCnt="10"/>
      <dgm:spPr/>
    </dgm:pt>
    <dgm:pt modelId="{D362AA17-B82D-4FD1-8F11-DEBB4AF34372}" type="pres">
      <dgm:prSet presAssocID="{086180F5-70A9-443A-AE23-012852F43330}" presName="horz1" presStyleCnt="0"/>
      <dgm:spPr/>
    </dgm:pt>
    <dgm:pt modelId="{5EEF2E0F-BCE3-46FF-AEE8-0F0858CC2B06}" type="pres">
      <dgm:prSet presAssocID="{086180F5-70A9-443A-AE23-012852F43330}" presName="tx1" presStyleLbl="revTx" presStyleIdx="1" presStyleCnt="10"/>
      <dgm:spPr/>
    </dgm:pt>
    <dgm:pt modelId="{409571F5-C565-4266-9CB7-9B9BDCB0B96A}" type="pres">
      <dgm:prSet presAssocID="{086180F5-70A9-443A-AE23-012852F43330}" presName="vert1" presStyleCnt="0"/>
      <dgm:spPr/>
    </dgm:pt>
    <dgm:pt modelId="{AF590A49-BC32-4D99-B7E1-9CEB0840A9EF}" type="pres">
      <dgm:prSet presAssocID="{CD09923B-3CAD-4068-9DF8-2245A3EEC186}" presName="thickLine" presStyleLbl="alignNode1" presStyleIdx="2" presStyleCnt="10"/>
      <dgm:spPr/>
    </dgm:pt>
    <dgm:pt modelId="{8BD6EAD9-3490-4588-A7E5-699B67A42F40}" type="pres">
      <dgm:prSet presAssocID="{CD09923B-3CAD-4068-9DF8-2245A3EEC186}" presName="horz1" presStyleCnt="0"/>
      <dgm:spPr/>
    </dgm:pt>
    <dgm:pt modelId="{43FEF7F3-1834-4A49-91C5-2E7933768BD8}" type="pres">
      <dgm:prSet presAssocID="{CD09923B-3CAD-4068-9DF8-2245A3EEC186}" presName="tx1" presStyleLbl="revTx" presStyleIdx="2" presStyleCnt="10"/>
      <dgm:spPr/>
    </dgm:pt>
    <dgm:pt modelId="{D5B03925-B078-414C-B6D2-CFD3AE41CBA1}" type="pres">
      <dgm:prSet presAssocID="{CD09923B-3CAD-4068-9DF8-2245A3EEC186}" presName="vert1" presStyleCnt="0"/>
      <dgm:spPr/>
    </dgm:pt>
    <dgm:pt modelId="{1C6005CB-FA2A-457A-89FF-06D266CEA9E0}" type="pres">
      <dgm:prSet presAssocID="{0C284983-6F50-44FD-BCA9-3FD86AE7F0C0}" presName="thickLine" presStyleLbl="alignNode1" presStyleIdx="3" presStyleCnt="10"/>
      <dgm:spPr/>
    </dgm:pt>
    <dgm:pt modelId="{8313D5CC-BCD7-4F69-8CDB-EA5133B4834A}" type="pres">
      <dgm:prSet presAssocID="{0C284983-6F50-44FD-BCA9-3FD86AE7F0C0}" presName="horz1" presStyleCnt="0"/>
      <dgm:spPr/>
    </dgm:pt>
    <dgm:pt modelId="{0DE6B0AF-7B12-4EFA-8D9B-74F21E9DB0C3}" type="pres">
      <dgm:prSet presAssocID="{0C284983-6F50-44FD-BCA9-3FD86AE7F0C0}" presName="tx1" presStyleLbl="revTx" presStyleIdx="3" presStyleCnt="10"/>
      <dgm:spPr/>
    </dgm:pt>
    <dgm:pt modelId="{3C656197-079B-4393-B036-10C434396B00}" type="pres">
      <dgm:prSet presAssocID="{0C284983-6F50-44FD-BCA9-3FD86AE7F0C0}" presName="vert1" presStyleCnt="0"/>
      <dgm:spPr/>
    </dgm:pt>
    <dgm:pt modelId="{6AEB846C-C9B8-465B-85E5-BF5FF94D7B68}" type="pres">
      <dgm:prSet presAssocID="{470BF94A-08E7-41ED-AF5F-A62B2604916B}" presName="thickLine" presStyleLbl="alignNode1" presStyleIdx="4" presStyleCnt="10"/>
      <dgm:spPr/>
    </dgm:pt>
    <dgm:pt modelId="{DC364290-D55A-4575-AEC7-24B13ADA8BEE}" type="pres">
      <dgm:prSet presAssocID="{470BF94A-08E7-41ED-AF5F-A62B2604916B}" presName="horz1" presStyleCnt="0"/>
      <dgm:spPr/>
    </dgm:pt>
    <dgm:pt modelId="{B0FC02FC-5D48-46EA-AA98-498791BB73FF}" type="pres">
      <dgm:prSet presAssocID="{470BF94A-08E7-41ED-AF5F-A62B2604916B}" presName="tx1" presStyleLbl="revTx" presStyleIdx="4" presStyleCnt="10"/>
      <dgm:spPr/>
    </dgm:pt>
    <dgm:pt modelId="{C9792D16-BCC5-4D55-B378-D31C8CB820C9}" type="pres">
      <dgm:prSet presAssocID="{470BF94A-08E7-41ED-AF5F-A62B2604916B}" presName="vert1" presStyleCnt="0"/>
      <dgm:spPr/>
    </dgm:pt>
    <dgm:pt modelId="{32DB2CDD-F7C3-4686-808B-5957F1A00E58}" type="pres">
      <dgm:prSet presAssocID="{BBA90CB0-A2C4-4BBC-8F0F-D339504AC80B}" presName="thickLine" presStyleLbl="alignNode1" presStyleIdx="5" presStyleCnt="10"/>
      <dgm:spPr/>
    </dgm:pt>
    <dgm:pt modelId="{3CDF58CB-1ADA-416A-BC36-FAEBBC3C9D08}" type="pres">
      <dgm:prSet presAssocID="{BBA90CB0-A2C4-4BBC-8F0F-D339504AC80B}" presName="horz1" presStyleCnt="0"/>
      <dgm:spPr/>
    </dgm:pt>
    <dgm:pt modelId="{E5CDE0B1-6C8B-4096-9E7B-ED5B4E3ADC57}" type="pres">
      <dgm:prSet presAssocID="{BBA90CB0-A2C4-4BBC-8F0F-D339504AC80B}" presName="tx1" presStyleLbl="revTx" presStyleIdx="5" presStyleCnt="10"/>
      <dgm:spPr/>
    </dgm:pt>
    <dgm:pt modelId="{E2E367DA-E430-43EF-8968-6FD51588F5D8}" type="pres">
      <dgm:prSet presAssocID="{BBA90CB0-A2C4-4BBC-8F0F-D339504AC80B}" presName="vert1" presStyleCnt="0"/>
      <dgm:spPr/>
    </dgm:pt>
    <dgm:pt modelId="{62C1A6A6-EDE3-41AB-A81C-F688A8F27467}" type="pres">
      <dgm:prSet presAssocID="{F14D9ECA-C034-48AD-A633-988C4A04494D}" presName="thickLine" presStyleLbl="alignNode1" presStyleIdx="6" presStyleCnt="10"/>
      <dgm:spPr/>
    </dgm:pt>
    <dgm:pt modelId="{4F44CF02-ECA7-4707-8D40-1967222A9F3B}" type="pres">
      <dgm:prSet presAssocID="{F14D9ECA-C034-48AD-A633-988C4A04494D}" presName="horz1" presStyleCnt="0"/>
      <dgm:spPr/>
    </dgm:pt>
    <dgm:pt modelId="{F3BF68F3-E982-4396-A68F-FCB5D6A034BD}" type="pres">
      <dgm:prSet presAssocID="{F14D9ECA-C034-48AD-A633-988C4A04494D}" presName="tx1" presStyleLbl="revTx" presStyleIdx="6" presStyleCnt="10"/>
      <dgm:spPr/>
    </dgm:pt>
    <dgm:pt modelId="{26DEE9EB-C062-46F4-AABA-32C758CD1BD1}" type="pres">
      <dgm:prSet presAssocID="{F14D9ECA-C034-48AD-A633-988C4A04494D}" presName="vert1" presStyleCnt="0"/>
      <dgm:spPr/>
    </dgm:pt>
    <dgm:pt modelId="{CE823949-8BB0-4FAF-8C61-3CA4B5A0DFC8}" type="pres">
      <dgm:prSet presAssocID="{6CC9857F-1724-48F8-AAB9-B61DBD7D97C6}" presName="thickLine" presStyleLbl="alignNode1" presStyleIdx="7" presStyleCnt="10"/>
      <dgm:spPr/>
    </dgm:pt>
    <dgm:pt modelId="{CE693A05-2FD1-4757-9825-40C4F27A133B}" type="pres">
      <dgm:prSet presAssocID="{6CC9857F-1724-48F8-AAB9-B61DBD7D97C6}" presName="horz1" presStyleCnt="0"/>
      <dgm:spPr/>
    </dgm:pt>
    <dgm:pt modelId="{2532BC34-17FC-46E4-B91F-A1D65D17FBCC}" type="pres">
      <dgm:prSet presAssocID="{6CC9857F-1724-48F8-AAB9-B61DBD7D97C6}" presName="tx1" presStyleLbl="revTx" presStyleIdx="7" presStyleCnt="10"/>
      <dgm:spPr/>
    </dgm:pt>
    <dgm:pt modelId="{30D80260-9B81-466E-A040-601D7AA7046F}" type="pres">
      <dgm:prSet presAssocID="{6CC9857F-1724-48F8-AAB9-B61DBD7D97C6}" presName="vert1" presStyleCnt="0"/>
      <dgm:spPr/>
    </dgm:pt>
    <dgm:pt modelId="{DA450D7E-E508-4372-8E8A-6A55052E0F46}" type="pres">
      <dgm:prSet presAssocID="{2E135A3D-090C-4AA4-B009-639626EB93DB}" presName="thickLine" presStyleLbl="alignNode1" presStyleIdx="8" presStyleCnt="10"/>
      <dgm:spPr/>
    </dgm:pt>
    <dgm:pt modelId="{FE79B325-61E0-4327-B85C-74126C86596D}" type="pres">
      <dgm:prSet presAssocID="{2E135A3D-090C-4AA4-B009-639626EB93DB}" presName="horz1" presStyleCnt="0"/>
      <dgm:spPr/>
    </dgm:pt>
    <dgm:pt modelId="{90E619C3-BA0B-4C50-9E4A-44C22453E5FF}" type="pres">
      <dgm:prSet presAssocID="{2E135A3D-090C-4AA4-B009-639626EB93DB}" presName="tx1" presStyleLbl="revTx" presStyleIdx="8" presStyleCnt="10"/>
      <dgm:spPr/>
    </dgm:pt>
    <dgm:pt modelId="{6B77A34D-FE1C-46C0-8DE8-4D7743892530}" type="pres">
      <dgm:prSet presAssocID="{2E135A3D-090C-4AA4-B009-639626EB93DB}" presName="vert1" presStyleCnt="0"/>
      <dgm:spPr/>
    </dgm:pt>
    <dgm:pt modelId="{2727736F-4C9A-4C05-B4E7-23320CF6DD0B}" type="pres">
      <dgm:prSet presAssocID="{6E779C28-4314-43FE-AFC1-BD6A483BC99A}" presName="thickLine" presStyleLbl="alignNode1" presStyleIdx="9" presStyleCnt="10"/>
      <dgm:spPr/>
    </dgm:pt>
    <dgm:pt modelId="{706F7AC6-26F9-418F-A8F9-8D930789ACFE}" type="pres">
      <dgm:prSet presAssocID="{6E779C28-4314-43FE-AFC1-BD6A483BC99A}" presName="horz1" presStyleCnt="0"/>
      <dgm:spPr/>
    </dgm:pt>
    <dgm:pt modelId="{0EA2B608-F28A-4211-917F-5FAF5FBE88D3}" type="pres">
      <dgm:prSet presAssocID="{6E779C28-4314-43FE-AFC1-BD6A483BC99A}" presName="tx1" presStyleLbl="revTx" presStyleIdx="9" presStyleCnt="10"/>
      <dgm:spPr/>
    </dgm:pt>
    <dgm:pt modelId="{8A555A39-E1F7-4F40-AFD3-B372800E3B22}" type="pres">
      <dgm:prSet presAssocID="{6E779C28-4314-43FE-AFC1-BD6A483BC99A}" presName="vert1" presStyleCnt="0"/>
      <dgm:spPr/>
    </dgm:pt>
  </dgm:ptLst>
  <dgm:cxnLst>
    <dgm:cxn modelId="{D319251E-2930-4A05-AB09-02BC940FE2FA}" type="presOf" srcId="{2E135A3D-090C-4AA4-B009-639626EB93DB}" destId="{90E619C3-BA0B-4C50-9E4A-44C22453E5FF}" srcOrd="0" destOrd="0" presId="urn:microsoft.com/office/officeart/2008/layout/LinedList"/>
    <dgm:cxn modelId="{53B38033-CB27-40BB-8B2F-1894C277D647}" type="presOf" srcId="{ECE222E4-9FA7-4D16-8ED0-1542B6EFF232}" destId="{C1B9576B-BD1C-4374-8C84-26C6547B804F}" srcOrd="0" destOrd="0" presId="urn:microsoft.com/office/officeart/2008/layout/LinedList"/>
    <dgm:cxn modelId="{0E401639-7975-40E5-9CD6-61BFC632B151}" type="presOf" srcId="{0C284983-6F50-44FD-BCA9-3FD86AE7F0C0}" destId="{0DE6B0AF-7B12-4EFA-8D9B-74F21E9DB0C3}" srcOrd="0" destOrd="0" presId="urn:microsoft.com/office/officeart/2008/layout/LinedList"/>
    <dgm:cxn modelId="{B00C3F5F-9EA3-41D5-B596-15B176481227}" srcId="{5F242CBD-AD65-4D0E-9110-BE5BD144C191}" destId="{CD09923B-3CAD-4068-9DF8-2245A3EEC186}" srcOrd="2" destOrd="0" parTransId="{A7784782-222D-49E3-8A9E-755FC2BDEF84}" sibTransId="{1405C3EC-1BE0-44E5-A63B-10784BD42E26}"/>
    <dgm:cxn modelId="{DA02A162-403B-4E9F-9307-CEC21AFEE8E2}" srcId="{5F242CBD-AD65-4D0E-9110-BE5BD144C191}" destId="{470BF94A-08E7-41ED-AF5F-A62B2604916B}" srcOrd="4" destOrd="0" parTransId="{97409320-31F3-43FC-BC92-C44E7D0DF149}" sibTransId="{F7F67278-FF08-466E-BC3E-FE710A4468DD}"/>
    <dgm:cxn modelId="{6E06436D-108C-4B90-BCE4-4A3FD92703EC}" type="presOf" srcId="{5F242CBD-AD65-4D0E-9110-BE5BD144C191}" destId="{02753B9C-B3FC-472E-B6EF-1C35CB36DCF1}" srcOrd="0" destOrd="0" presId="urn:microsoft.com/office/officeart/2008/layout/LinedList"/>
    <dgm:cxn modelId="{D3D4C96D-6D0B-4649-978B-9CC8FC64C39A}" srcId="{5F242CBD-AD65-4D0E-9110-BE5BD144C191}" destId="{BBA90CB0-A2C4-4BBC-8F0F-D339504AC80B}" srcOrd="5" destOrd="0" parTransId="{A6467BBE-3FBF-4BE6-A720-08BDA43374EC}" sibTransId="{DE9A72E4-177C-48A0-A4EA-DB993974B840}"/>
    <dgm:cxn modelId="{E5B73A73-C11F-4040-BF48-6B4086FF0E88}" type="presOf" srcId="{F14D9ECA-C034-48AD-A633-988C4A04494D}" destId="{F3BF68F3-E982-4396-A68F-FCB5D6A034BD}" srcOrd="0" destOrd="0" presId="urn:microsoft.com/office/officeart/2008/layout/LinedList"/>
    <dgm:cxn modelId="{FC2F1B55-5910-43A3-A0D5-390A0BDF186D}" type="presOf" srcId="{470BF94A-08E7-41ED-AF5F-A62B2604916B}" destId="{B0FC02FC-5D48-46EA-AA98-498791BB73FF}" srcOrd="0" destOrd="0" presId="urn:microsoft.com/office/officeart/2008/layout/LinedList"/>
    <dgm:cxn modelId="{7215EE75-C603-44AD-BA5A-F0A952BAADFF}" srcId="{5F242CBD-AD65-4D0E-9110-BE5BD144C191}" destId="{F14D9ECA-C034-48AD-A633-988C4A04494D}" srcOrd="6" destOrd="0" parTransId="{94C685AF-D71E-4823-BE6D-6895446CA4DA}" sibTransId="{F9B4A4BA-E8F7-4718-8076-7CA59A3930E1}"/>
    <dgm:cxn modelId="{A86B7776-3AA1-4A38-8F8F-C2257DD2EA58}" srcId="{5F242CBD-AD65-4D0E-9110-BE5BD144C191}" destId="{ECE222E4-9FA7-4D16-8ED0-1542B6EFF232}" srcOrd="0" destOrd="0" parTransId="{FFC7A27E-48DE-44A2-93FA-B7E58F1CDE26}" sibTransId="{C7A3BDF5-1670-445E-B78D-0DA4FA20452E}"/>
    <dgm:cxn modelId="{C0527D7C-48CC-4898-BF52-EA7BA8854F51}" srcId="{5F242CBD-AD65-4D0E-9110-BE5BD144C191}" destId="{6E779C28-4314-43FE-AFC1-BD6A483BC99A}" srcOrd="9" destOrd="0" parTransId="{1AB9D26A-F86B-4EBB-9973-38A218EC52CF}" sibTransId="{F7B2C15A-7A90-4ACA-AEDD-52A9B81FC013}"/>
    <dgm:cxn modelId="{FD8DD384-7B8A-44B5-9291-E82FC3E68393}" type="presOf" srcId="{CD09923B-3CAD-4068-9DF8-2245A3EEC186}" destId="{43FEF7F3-1834-4A49-91C5-2E7933768BD8}" srcOrd="0" destOrd="0" presId="urn:microsoft.com/office/officeart/2008/layout/LinedList"/>
    <dgm:cxn modelId="{570E8C95-C1B0-4D0D-87E7-C3B8BD06EB19}" type="presOf" srcId="{086180F5-70A9-443A-AE23-012852F43330}" destId="{5EEF2E0F-BCE3-46FF-AEE8-0F0858CC2B06}" srcOrd="0" destOrd="0" presId="urn:microsoft.com/office/officeart/2008/layout/LinedList"/>
    <dgm:cxn modelId="{93768E99-0BA0-4789-A6BC-688DA10C5677}" srcId="{5F242CBD-AD65-4D0E-9110-BE5BD144C191}" destId="{6CC9857F-1724-48F8-AAB9-B61DBD7D97C6}" srcOrd="7" destOrd="0" parTransId="{F1E4E62B-EE9B-4A81-840C-110B08B5CC95}" sibTransId="{B7605551-ED4B-4A7A-923D-C1C382DE9182}"/>
    <dgm:cxn modelId="{A346CC99-9AB5-487D-88A4-065C4A008CDA}" srcId="{5F242CBD-AD65-4D0E-9110-BE5BD144C191}" destId="{0C284983-6F50-44FD-BCA9-3FD86AE7F0C0}" srcOrd="3" destOrd="0" parTransId="{F9FD2E53-0EBD-45CF-B480-B69ED170FC6B}" sibTransId="{BA8FC0C8-3E60-4777-9405-43911877807F}"/>
    <dgm:cxn modelId="{BFACA2D6-DAE3-4DC4-BD8D-B83780F781F3}" type="presOf" srcId="{6E779C28-4314-43FE-AFC1-BD6A483BC99A}" destId="{0EA2B608-F28A-4211-917F-5FAF5FBE88D3}" srcOrd="0" destOrd="0" presId="urn:microsoft.com/office/officeart/2008/layout/LinedList"/>
    <dgm:cxn modelId="{2C1A98DE-17FB-4AE5-AB46-B9D8EFD3770F}" type="presOf" srcId="{6CC9857F-1724-48F8-AAB9-B61DBD7D97C6}" destId="{2532BC34-17FC-46E4-B91F-A1D65D17FBCC}" srcOrd="0" destOrd="0" presId="urn:microsoft.com/office/officeart/2008/layout/LinedList"/>
    <dgm:cxn modelId="{2EF897F7-4ED8-4DC9-8A77-C83760057843}" srcId="{5F242CBD-AD65-4D0E-9110-BE5BD144C191}" destId="{2E135A3D-090C-4AA4-B009-639626EB93DB}" srcOrd="8" destOrd="0" parTransId="{0DA2FC9F-63DA-488C-AA48-F79F0E74073B}" sibTransId="{F5DFA878-2CC0-4E52-A94A-205CDAF210A2}"/>
    <dgm:cxn modelId="{5C4BDEFA-D7EE-4404-B9F2-79818CDEE944}" srcId="{5F242CBD-AD65-4D0E-9110-BE5BD144C191}" destId="{086180F5-70A9-443A-AE23-012852F43330}" srcOrd="1" destOrd="0" parTransId="{4CEFD6E6-6C5F-4DB1-A9B3-86B08982BCA1}" sibTransId="{4F27777F-CA5F-4C6B-9C6F-FCC6B8873DB2}"/>
    <dgm:cxn modelId="{998866FF-80BA-43E2-9E18-52A88E901D73}" type="presOf" srcId="{BBA90CB0-A2C4-4BBC-8F0F-D339504AC80B}" destId="{E5CDE0B1-6C8B-4096-9E7B-ED5B4E3ADC57}" srcOrd="0" destOrd="0" presId="urn:microsoft.com/office/officeart/2008/layout/LinedList"/>
    <dgm:cxn modelId="{4BA37B87-D173-444B-9033-24A5B0FB97FE}" type="presParOf" srcId="{02753B9C-B3FC-472E-B6EF-1C35CB36DCF1}" destId="{2FF6B778-25E9-47BA-A6BE-C97A95729AA6}" srcOrd="0" destOrd="0" presId="urn:microsoft.com/office/officeart/2008/layout/LinedList"/>
    <dgm:cxn modelId="{95925C4F-99AF-4C11-88F1-417594607EAA}" type="presParOf" srcId="{02753B9C-B3FC-472E-B6EF-1C35CB36DCF1}" destId="{21B6491F-62EA-41EE-AD33-52528A4EC360}" srcOrd="1" destOrd="0" presId="urn:microsoft.com/office/officeart/2008/layout/LinedList"/>
    <dgm:cxn modelId="{FA412C7A-081A-487A-8DB4-6328383427A6}" type="presParOf" srcId="{21B6491F-62EA-41EE-AD33-52528A4EC360}" destId="{C1B9576B-BD1C-4374-8C84-26C6547B804F}" srcOrd="0" destOrd="0" presId="urn:microsoft.com/office/officeart/2008/layout/LinedList"/>
    <dgm:cxn modelId="{161EF206-EB46-49C9-B9C8-F15B11C3F03E}" type="presParOf" srcId="{21B6491F-62EA-41EE-AD33-52528A4EC360}" destId="{B5AFC65F-2876-4CEA-97F9-66928A5CE8C6}" srcOrd="1" destOrd="0" presId="urn:microsoft.com/office/officeart/2008/layout/LinedList"/>
    <dgm:cxn modelId="{7B0C895F-C41B-41AF-8287-AA243DD7D3A5}" type="presParOf" srcId="{02753B9C-B3FC-472E-B6EF-1C35CB36DCF1}" destId="{D015DE39-5155-4786-BD0E-A7B7A11DB319}" srcOrd="2" destOrd="0" presId="urn:microsoft.com/office/officeart/2008/layout/LinedList"/>
    <dgm:cxn modelId="{47BCC43B-61D1-477F-BE76-6543964B1463}" type="presParOf" srcId="{02753B9C-B3FC-472E-B6EF-1C35CB36DCF1}" destId="{D362AA17-B82D-4FD1-8F11-DEBB4AF34372}" srcOrd="3" destOrd="0" presId="urn:microsoft.com/office/officeart/2008/layout/LinedList"/>
    <dgm:cxn modelId="{2E99E890-6F04-4B84-983D-04793F2EFDFE}" type="presParOf" srcId="{D362AA17-B82D-4FD1-8F11-DEBB4AF34372}" destId="{5EEF2E0F-BCE3-46FF-AEE8-0F0858CC2B06}" srcOrd="0" destOrd="0" presId="urn:microsoft.com/office/officeart/2008/layout/LinedList"/>
    <dgm:cxn modelId="{C14E0916-5DC4-4E81-9BD7-BF54C1A589D7}" type="presParOf" srcId="{D362AA17-B82D-4FD1-8F11-DEBB4AF34372}" destId="{409571F5-C565-4266-9CB7-9B9BDCB0B96A}" srcOrd="1" destOrd="0" presId="urn:microsoft.com/office/officeart/2008/layout/LinedList"/>
    <dgm:cxn modelId="{8197C417-0E27-4FAA-A6BA-32A8E41C68DA}" type="presParOf" srcId="{02753B9C-B3FC-472E-B6EF-1C35CB36DCF1}" destId="{AF590A49-BC32-4D99-B7E1-9CEB0840A9EF}" srcOrd="4" destOrd="0" presId="urn:microsoft.com/office/officeart/2008/layout/LinedList"/>
    <dgm:cxn modelId="{B45D5B59-9B2C-4978-A41D-362CE2E8EE83}" type="presParOf" srcId="{02753B9C-B3FC-472E-B6EF-1C35CB36DCF1}" destId="{8BD6EAD9-3490-4588-A7E5-699B67A42F40}" srcOrd="5" destOrd="0" presId="urn:microsoft.com/office/officeart/2008/layout/LinedList"/>
    <dgm:cxn modelId="{794FB312-9843-4EBA-A443-9D48FECD6E59}" type="presParOf" srcId="{8BD6EAD9-3490-4588-A7E5-699B67A42F40}" destId="{43FEF7F3-1834-4A49-91C5-2E7933768BD8}" srcOrd="0" destOrd="0" presId="urn:microsoft.com/office/officeart/2008/layout/LinedList"/>
    <dgm:cxn modelId="{2A5C7C06-3E8B-427E-BFB7-1F1EF9EADD8F}" type="presParOf" srcId="{8BD6EAD9-3490-4588-A7E5-699B67A42F40}" destId="{D5B03925-B078-414C-B6D2-CFD3AE41CBA1}" srcOrd="1" destOrd="0" presId="urn:microsoft.com/office/officeart/2008/layout/LinedList"/>
    <dgm:cxn modelId="{04EBBB4B-E5CF-4403-BD37-8376733E46FC}" type="presParOf" srcId="{02753B9C-B3FC-472E-B6EF-1C35CB36DCF1}" destId="{1C6005CB-FA2A-457A-89FF-06D266CEA9E0}" srcOrd="6" destOrd="0" presId="urn:microsoft.com/office/officeart/2008/layout/LinedList"/>
    <dgm:cxn modelId="{D8ADC377-76CB-44DB-B0AB-F1F1853FC15D}" type="presParOf" srcId="{02753B9C-B3FC-472E-B6EF-1C35CB36DCF1}" destId="{8313D5CC-BCD7-4F69-8CDB-EA5133B4834A}" srcOrd="7" destOrd="0" presId="urn:microsoft.com/office/officeart/2008/layout/LinedList"/>
    <dgm:cxn modelId="{39C25B02-F6A8-4198-BF9F-FFEABA917A53}" type="presParOf" srcId="{8313D5CC-BCD7-4F69-8CDB-EA5133B4834A}" destId="{0DE6B0AF-7B12-4EFA-8D9B-74F21E9DB0C3}" srcOrd="0" destOrd="0" presId="urn:microsoft.com/office/officeart/2008/layout/LinedList"/>
    <dgm:cxn modelId="{0F389976-34BF-4DDF-8EDA-BACF36E4D8D4}" type="presParOf" srcId="{8313D5CC-BCD7-4F69-8CDB-EA5133B4834A}" destId="{3C656197-079B-4393-B036-10C434396B00}" srcOrd="1" destOrd="0" presId="urn:microsoft.com/office/officeart/2008/layout/LinedList"/>
    <dgm:cxn modelId="{C69FE796-553E-4266-A9E8-95D67E90A6DB}" type="presParOf" srcId="{02753B9C-B3FC-472E-B6EF-1C35CB36DCF1}" destId="{6AEB846C-C9B8-465B-85E5-BF5FF94D7B68}" srcOrd="8" destOrd="0" presId="urn:microsoft.com/office/officeart/2008/layout/LinedList"/>
    <dgm:cxn modelId="{EF16DEA8-466E-4D0F-8AD6-D7E82F1873CA}" type="presParOf" srcId="{02753B9C-B3FC-472E-B6EF-1C35CB36DCF1}" destId="{DC364290-D55A-4575-AEC7-24B13ADA8BEE}" srcOrd="9" destOrd="0" presId="urn:microsoft.com/office/officeart/2008/layout/LinedList"/>
    <dgm:cxn modelId="{347B5B86-23CE-4772-8E16-1C77E114C13D}" type="presParOf" srcId="{DC364290-D55A-4575-AEC7-24B13ADA8BEE}" destId="{B0FC02FC-5D48-46EA-AA98-498791BB73FF}" srcOrd="0" destOrd="0" presId="urn:microsoft.com/office/officeart/2008/layout/LinedList"/>
    <dgm:cxn modelId="{BEF1FE72-66E4-410C-85F7-C52976927EBE}" type="presParOf" srcId="{DC364290-D55A-4575-AEC7-24B13ADA8BEE}" destId="{C9792D16-BCC5-4D55-B378-D31C8CB820C9}" srcOrd="1" destOrd="0" presId="urn:microsoft.com/office/officeart/2008/layout/LinedList"/>
    <dgm:cxn modelId="{A0121308-3408-4439-8E76-E509E1A0DF4F}" type="presParOf" srcId="{02753B9C-B3FC-472E-B6EF-1C35CB36DCF1}" destId="{32DB2CDD-F7C3-4686-808B-5957F1A00E58}" srcOrd="10" destOrd="0" presId="urn:microsoft.com/office/officeart/2008/layout/LinedList"/>
    <dgm:cxn modelId="{138411CE-F3DF-446F-81FC-707F5F0740E9}" type="presParOf" srcId="{02753B9C-B3FC-472E-B6EF-1C35CB36DCF1}" destId="{3CDF58CB-1ADA-416A-BC36-FAEBBC3C9D08}" srcOrd="11" destOrd="0" presId="urn:microsoft.com/office/officeart/2008/layout/LinedList"/>
    <dgm:cxn modelId="{3F30CDB4-DCFF-438A-B808-7F75160D9711}" type="presParOf" srcId="{3CDF58CB-1ADA-416A-BC36-FAEBBC3C9D08}" destId="{E5CDE0B1-6C8B-4096-9E7B-ED5B4E3ADC57}" srcOrd="0" destOrd="0" presId="urn:microsoft.com/office/officeart/2008/layout/LinedList"/>
    <dgm:cxn modelId="{E38EC4DB-6E41-42E7-8D15-D870A7D0844A}" type="presParOf" srcId="{3CDF58CB-1ADA-416A-BC36-FAEBBC3C9D08}" destId="{E2E367DA-E430-43EF-8968-6FD51588F5D8}" srcOrd="1" destOrd="0" presId="urn:microsoft.com/office/officeart/2008/layout/LinedList"/>
    <dgm:cxn modelId="{55A6A31A-3607-48D2-A7FE-8AF09EDDE013}" type="presParOf" srcId="{02753B9C-B3FC-472E-B6EF-1C35CB36DCF1}" destId="{62C1A6A6-EDE3-41AB-A81C-F688A8F27467}" srcOrd="12" destOrd="0" presId="urn:microsoft.com/office/officeart/2008/layout/LinedList"/>
    <dgm:cxn modelId="{8D5D5E66-5E38-4352-B688-50AFDECF345F}" type="presParOf" srcId="{02753B9C-B3FC-472E-B6EF-1C35CB36DCF1}" destId="{4F44CF02-ECA7-4707-8D40-1967222A9F3B}" srcOrd="13" destOrd="0" presId="urn:microsoft.com/office/officeart/2008/layout/LinedList"/>
    <dgm:cxn modelId="{4BA045AE-5E64-4375-9096-FBC3A739BE37}" type="presParOf" srcId="{4F44CF02-ECA7-4707-8D40-1967222A9F3B}" destId="{F3BF68F3-E982-4396-A68F-FCB5D6A034BD}" srcOrd="0" destOrd="0" presId="urn:microsoft.com/office/officeart/2008/layout/LinedList"/>
    <dgm:cxn modelId="{5DD37FD8-0374-4DC4-808A-B9ACD01F8A51}" type="presParOf" srcId="{4F44CF02-ECA7-4707-8D40-1967222A9F3B}" destId="{26DEE9EB-C062-46F4-AABA-32C758CD1BD1}" srcOrd="1" destOrd="0" presId="urn:microsoft.com/office/officeart/2008/layout/LinedList"/>
    <dgm:cxn modelId="{BC76F6D2-021D-4C22-9F69-CBF9E826FD71}" type="presParOf" srcId="{02753B9C-B3FC-472E-B6EF-1C35CB36DCF1}" destId="{CE823949-8BB0-4FAF-8C61-3CA4B5A0DFC8}" srcOrd="14" destOrd="0" presId="urn:microsoft.com/office/officeart/2008/layout/LinedList"/>
    <dgm:cxn modelId="{9E978A9C-4A6A-487C-AA2E-B52F51A7CC18}" type="presParOf" srcId="{02753B9C-B3FC-472E-B6EF-1C35CB36DCF1}" destId="{CE693A05-2FD1-4757-9825-40C4F27A133B}" srcOrd="15" destOrd="0" presId="urn:microsoft.com/office/officeart/2008/layout/LinedList"/>
    <dgm:cxn modelId="{0B74A66D-7A19-464B-9769-B0DCA7B99B06}" type="presParOf" srcId="{CE693A05-2FD1-4757-9825-40C4F27A133B}" destId="{2532BC34-17FC-46E4-B91F-A1D65D17FBCC}" srcOrd="0" destOrd="0" presId="urn:microsoft.com/office/officeart/2008/layout/LinedList"/>
    <dgm:cxn modelId="{BFECEB39-710E-41A3-B2C2-E1297F26BC16}" type="presParOf" srcId="{CE693A05-2FD1-4757-9825-40C4F27A133B}" destId="{30D80260-9B81-466E-A040-601D7AA7046F}" srcOrd="1" destOrd="0" presId="urn:microsoft.com/office/officeart/2008/layout/LinedList"/>
    <dgm:cxn modelId="{1FE411F9-9883-4E8C-ABBE-D0D40DC798C4}" type="presParOf" srcId="{02753B9C-B3FC-472E-B6EF-1C35CB36DCF1}" destId="{DA450D7E-E508-4372-8E8A-6A55052E0F46}" srcOrd="16" destOrd="0" presId="urn:microsoft.com/office/officeart/2008/layout/LinedList"/>
    <dgm:cxn modelId="{0405C723-05E0-404A-B7C6-E99CD4C195D4}" type="presParOf" srcId="{02753B9C-B3FC-472E-B6EF-1C35CB36DCF1}" destId="{FE79B325-61E0-4327-B85C-74126C86596D}" srcOrd="17" destOrd="0" presId="urn:microsoft.com/office/officeart/2008/layout/LinedList"/>
    <dgm:cxn modelId="{9FA40B8C-8E65-4E7C-9E5D-FE4CD80E8D33}" type="presParOf" srcId="{FE79B325-61E0-4327-B85C-74126C86596D}" destId="{90E619C3-BA0B-4C50-9E4A-44C22453E5FF}" srcOrd="0" destOrd="0" presId="urn:microsoft.com/office/officeart/2008/layout/LinedList"/>
    <dgm:cxn modelId="{DFFAEE4D-B4F5-4B3C-A130-77D73A0BB23C}" type="presParOf" srcId="{FE79B325-61E0-4327-B85C-74126C86596D}" destId="{6B77A34D-FE1C-46C0-8DE8-4D7743892530}" srcOrd="1" destOrd="0" presId="urn:microsoft.com/office/officeart/2008/layout/LinedList"/>
    <dgm:cxn modelId="{E71A4EE2-1710-432F-A05C-9589F26B04A8}" type="presParOf" srcId="{02753B9C-B3FC-472E-B6EF-1C35CB36DCF1}" destId="{2727736F-4C9A-4C05-B4E7-23320CF6DD0B}" srcOrd="18" destOrd="0" presId="urn:microsoft.com/office/officeart/2008/layout/LinedList"/>
    <dgm:cxn modelId="{19849C91-4E7A-4C78-B2E0-FB13CEE7BEF0}" type="presParOf" srcId="{02753B9C-B3FC-472E-B6EF-1C35CB36DCF1}" destId="{706F7AC6-26F9-418F-A8F9-8D930789ACFE}" srcOrd="19" destOrd="0" presId="urn:microsoft.com/office/officeart/2008/layout/LinedList"/>
    <dgm:cxn modelId="{EF1B6573-8A8F-42D7-9869-E8641313EE98}" type="presParOf" srcId="{706F7AC6-26F9-418F-A8F9-8D930789ACFE}" destId="{0EA2B608-F28A-4211-917F-5FAF5FBE88D3}" srcOrd="0" destOrd="0" presId="urn:microsoft.com/office/officeart/2008/layout/LinedList"/>
    <dgm:cxn modelId="{DE0B8308-42FD-4D50-BF43-7241FB92E1B8}" type="presParOf" srcId="{706F7AC6-26F9-418F-A8F9-8D930789ACFE}" destId="{8A555A39-E1F7-4F40-AFD3-B372800E3B2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5CD9E-4446-4215-8DDE-7D437ACB14D9}">
      <dsp:nvSpPr>
        <dsp:cNvPr id="0" name=""/>
        <dsp:cNvSpPr/>
      </dsp:nvSpPr>
      <dsp:spPr>
        <a:xfrm>
          <a:off x="0" y="735243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3142A-A7DC-4967-A790-1258101A964C}">
      <dsp:nvSpPr>
        <dsp:cNvPr id="0" name=""/>
        <dsp:cNvSpPr/>
      </dsp:nvSpPr>
      <dsp:spPr>
        <a:xfrm>
          <a:off x="340341" y="1058567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Peer to peer car rental platform</a:t>
          </a:r>
        </a:p>
      </dsp:txBody>
      <dsp:txXfrm>
        <a:off x="397310" y="1115536"/>
        <a:ext cx="2949135" cy="1831113"/>
      </dsp:txXfrm>
    </dsp:sp>
    <dsp:sp modelId="{679EA45E-8403-4E64-B083-E187B1C1C13A}">
      <dsp:nvSpPr>
        <dsp:cNvPr id="0" name=""/>
        <dsp:cNvSpPr/>
      </dsp:nvSpPr>
      <dsp:spPr>
        <a:xfrm>
          <a:off x="3743756" y="735243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12E45-BBD1-4322-BAAC-E29A9012C396}">
      <dsp:nvSpPr>
        <dsp:cNvPr id="0" name=""/>
        <dsp:cNvSpPr/>
      </dsp:nvSpPr>
      <dsp:spPr>
        <a:xfrm>
          <a:off x="4084098" y="1058567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Users can list or rent cars</a:t>
          </a:r>
        </a:p>
      </dsp:txBody>
      <dsp:txXfrm>
        <a:off x="4141067" y="1115536"/>
        <a:ext cx="2949135" cy="1831113"/>
      </dsp:txXfrm>
    </dsp:sp>
    <dsp:sp modelId="{638B1170-A5AD-4D5C-B855-78BAC151A717}">
      <dsp:nvSpPr>
        <dsp:cNvPr id="0" name=""/>
        <dsp:cNvSpPr/>
      </dsp:nvSpPr>
      <dsp:spPr>
        <a:xfrm>
          <a:off x="7487513" y="735243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7B3E0-48C2-47C9-80E0-506DAD3B519D}">
      <dsp:nvSpPr>
        <dsp:cNvPr id="0" name=""/>
        <dsp:cNvSpPr/>
      </dsp:nvSpPr>
      <dsp:spPr>
        <a:xfrm>
          <a:off x="7827855" y="1058567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Supports booking, messaging, and payments</a:t>
          </a:r>
        </a:p>
      </dsp:txBody>
      <dsp:txXfrm>
        <a:off x="7884824" y="1115536"/>
        <a:ext cx="2949135" cy="18311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36FFC-7EF2-4F32-AE8A-F01C3BC512CE}">
      <dsp:nvSpPr>
        <dsp:cNvPr id="0" name=""/>
        <dsp:cNvSpPr/>
      </dsp:nvSpPr>
      <dsp:spPr>
        <a:xfrm>
          <a:off x="1063567" y="293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Builder</a:t>
          </a:r>
        </a:p>
      </dsp:txBody>
      <dsp:txXfrm>
        <a:off x="1063567" y="2934"/>
        <a:ext cx="2738685" cy="1643211"/>
      </dsp:txXfrm>
    </dsp:sp>
    <dsp:sp modelId="{16163607-DD22-4DBC-BE49-A395B9A459D2}">
      <dsp:nvSpPr>
        <dsp:cNvPr id="0" name=""/>
        <dsp:cNvSpPr/>
      </dsp:nvSpPr>
      <dsp:spPr>
        <a:xfrm>
          <a:off x="4076121" y="293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Chain of Responsibility</a:t>
          </a:r>
        </a:p>
      </dsp:txBody>
      <dsp:txXfrm>
        <a:off x="4076121" y="2934"/>
        <a:ext cx="2738685" cy="1643211"/>
      </dsp:txXfrm>
    </dsp:sp>
    <dsp:sp modelId="{ADB2457D-E163-42FC-8995-9B8B536E851C}">
      <dsp:nvSpPr>
        <dsp:cNvPr id="0" name=""/>
        <dsp:cNvSpPr/>
      </dsp:nvSpPr>
      <dsp:spPr>
        <a:xfrm>
          <a:off x="7088675" y="293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Mediator</a:t>
          </a:r>
        </a:p>
      </dsp:txBody>
      <dsp:txXfrm>
        <a:off x="7088675" y="2934"/>
        <a:ext cx="2738685" cy="1643211"/>
      </dsp:txXfrm>
    </dsp:sp>
    <dsp:sp modelId="{822260CC-79A2-4E02-9981-6AB557397DC6}">
      <dsp:nvSpPr>
        <dsp:cNvPr id="0" name=""/>
        <dsp:cNvSpPr/>
      </dsp:nvSpPr>
      <dsp:spPr>
        <a:xfrm>
          <a:off x="1063567" y="192001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Observer</a:t>
          </a:r>
        </a:p>
      </dsp:txBody>
      <dsp:txXfrm>
        <a:off x="1063567" y="1920014"/>
        <a:ext cx="2738685" cy="1643211"/>
      </dsp:txXfrm>
    </dsp:sp>
    <dsp:sp modelId="{87E4E648-B67F-4FB3-9ACD-31037442C645}">
      <dsp:nvSpPr>
        <dsp:cNvPr id="0" name=""/>
        <dsp:cNvSpPr/>
      </dsp:nvSpPr>
      <dsp:spPr>
        <a:xfrm>
          <a:off x="4076121" y="192001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Proxy</a:t>
          </a:r>
        </a:p>
      </dsp:txBody>
      <dsp:txXfrm>
        <a:off x="4076121" y="1920014"/>
        <a:ext cx="2738685" cy="1643211"/>
      </dsp:txXfrm>
    </dsp:sp>
    <dsp:sp modelId="{16A64A54-23CE-4758-A878-D4BB97C1129D}">
      <dsp:nvSpPr>
        <dsp:cNvPr id="0" name=""/>
        <dsp:cNvSpPr/>
      </dsp:nvSpPr>
      <dsp:spPr>
        <a:xfrm>
          <a:off x="7088675" y="192001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Singleton</a:t>
          </a:r>
        </a:p>
      </dsp:txBody>
      <dsp:txXfrm>
        <a:off x="7088675" y="1920014"/>
        <a:ext cx="2738685" cy="16432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6B778-25E9-47BA-A6BE-C97A95729AA6}">
      <dsp:nvSpPr>
        <dsp:cNvPr id="0" name=""/>
        <dsp:cNvSpPr/>
      </dsp:nvSpPr>
      <dsp:spPr>
        <a:xfrm>
          <a:off x="0" y="623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9576B-BD1C-4374-8C84-26C6547B804F}">
      <dsp:nvSpPr>
        <dsp:cNvPr id="0" name=""/>
        <dsp:cNvSpPr/>
      </dsp:nvSpPr>
      <dsp:spPr>
        <a:xfrm>
          <a:off x="0" y="623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Rania:</a:t>
          </a:r>
        </a:p>
      </dsp:txBody>
      <dsp:txXfrm>
        <a:off x="0" y="623"/>
        <a:ext cx="7216416" cy="511001"/>
      </dsp:txXfrm>
    </dsp:sp>
    <dsp:sp modelId="{D015DE39-5155-4786-BD0E-A7B7A11DB319}">
      <dsp:nvSpPr>
        <dsp:cNvPr id="0" name=""/>
        <dsp:cNvSpPr/>
      </dsp:nvSpPr>
      <dsp:spPr>
        <a:xfrm>
          <a:off x="0" y="511625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EF2E0F-BCE3-46FF-AEE8-0F0858CC2B06}">
      <dsp:nvSpPr>
        <dsp:cNvPr id="0" name=""/>
        <dsp:cNvSpPr/>
      </dsp:nvSpPr>
      <dsp:spPr>
        <a:xfrm>
          <a:off x="0" y="511625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User Interface design and implementation </a:t>
          </a:r>
        </a:p>
      </dsp:txBody>
      <dsp:txXfrm>
        <a:off x="0" y="511625"/>
        <a:ext cx="7216416" cy="511001"/>
      </dsp:txXfrm>
    </dsp:sp>
    <dsp:sp modelId="{AF590A49-BC32-4D99-B7E1-9CEB0840A9EF}">
      <dsp:nvSpPr>
        <dsp:cNvPr id="0" name=""/>
        <dsp:cNvSpPr/>
      </dsp:nvSpPr>
      <dsp:spPr>
        <a:xfrm>
          <a:off x="0" y="1022626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EF7F3-1834-4A49-91C5-2E7933768BD8}">
      <dsp:nvSpPr>
        <dsp:cNvPr id="0" name=""/>
        <dsp:cNvSpPr/>
      </dsp:nvSpPr>
      <dsp:spPr>
        <a:xfrm>
          <a:off x="0" y="1022626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Messaging system </a:t>
          </a:r>
        </a:p>
      </dsp:txBody>
      <dsp:txXfrm>
        <a:off x="0" y="1022626"/>
        <a:ext cx="7216416" cy="511001"/>
      </dsp:txXfrm>
    </dsp:sp>
    <dsp:sp modelId="{1C6005CB-FA2A-457A-89FF-06D266CEA9E0}">
      <dsp:nvSpPr>
        <dsp:cNvPr id="0" name=""/>
        <dsp:cNvSpPr/>
      </dsp:nvSpPr>
      <dsp:spPr>
        <a:xfrm>
          <a:off x="0" y="1533627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6B0AF-7B12-4EFA-8D9B-74F21E9DB0C3}">
      <dsp:nvSpPr>
        <dsp:cNvPr id="0" name=""/>
        <dsp:cNvSpPr/>
      </dsp:nvSpPr>
      <dsp:spPr>
        <a:xfrm>
          <a:off x="0" y="1533627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Notifications system </a:t>
          </a:r>
        </a:p>
      </dsp:txBody>
      <dsp:txXfrm>
        <a:off x="0" y="1533627"/>
        <a:ext cx="7216416" cy="511001"/>
      </dsp:txXfrm>
    </dsp:sp>
    <dsp:sp modelId="{6AEB846C-C9B8-465B-85E5-BF5FF94D7B68}">
      <dsp:nvSpPr>
        <dsp:cNvPr id="0" name=""/>
        <dsp:cNvSpPr/>
      </dsp:nvSpPr>
      <dsp:spPr>
        <a:xfrm>
          <a:off x="0" y="2044628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C02FC-5D48-46EA-AA98-498791BB73FF}">
      <dsp:nvSpPr>
        <dsp:cNvPr id="0" name=""/>
        <dsp:cNvSpPr/>
      </dsp:nvSpPr>
      <dsp:spPr>
        <a:xfrm>
          <a:off x="0" y="2044628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Presentation and report</a:t>
          </a:r>
        </a:p>
      </dsp:txBody>
      <dsp:txXfrm>
        <a:off x="0" y="2044628"/>
        <a:ext cx="7216416" cy="511001"/>
      </dsp:txXfrm>
    </dsp:sp>
    <dsp:sp modelId="{32DB2CDD-F7C3-4686-808B-5957F1A00E58}">
      <dsp:nvSpPr>
        <dsp:cNvPr id="0" name=""/>
        <dsp:cNvSpPr/>
      </dsp:nvSpPr>
      <dsp:spPr>
        <a:xfrm>
          <a:off x="0" y="2555630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CDE0B1-6C8B-4096-9E7B-ED5B4E3ADC57}">
      <dsp:nvSpPr>
        <dsp:cNvPr id="0" name=""/>
        <dsp:cNvSpPr/>
      </dsp:nvSpPr>
      <dsp:spPr>
        <a:xfrm>
          <a:off x="0" y="2555630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Aldo:</a:t>
          </a:r>
        </a:p>
      </dsp:txBody>
      <dsp:txXfrm>
        <a:off x="0" y="2555630"/>
        <a:ext cx="7216416" cy="511001"/>
      </dsp:txXfrm>
    </dsp:sp>
    <dsp:sp modelId="{62C1A6A6-EDE3-41AB-A81C-F688A8F27467}">
      <dsp:nvSpPr>
        <dsp:cNvPr id="0" name=""/>
        <dsp:cNvSpPr/>
      </dsp:nvSpPr>
      <dsp:spPr>
        <a:xfrm>
          <a:off x="0" y="3066631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F68F3-E982-4396-A68F-FCB5D6A034BD}">
      <dsp:nvSpPr>
        <dsp:cNvPr id="0" name=""/>
        <dsp:cNvSpPr/>
      </dsp:nvSpPr>
      <dsp:spPr>
        <a:xfrm>
          <a:off x="0" y="3066631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Booking system </a:t>
          </a:r>
        </a:p>
      </dsp:txBody>
      <dsp:txXfrm>
        <a:off x="0" y="3066631"/>
        <a:ext cx="7216416" cy="511001"/>
      </dsp:txXfrm>
    </dsp:sp>
    <dsp:sp modelId="{CE823949-8BB0-4FAF-8C61-3CA4B5A0DFC8}">
      <dsp:nvSpPr>
        <dsp:cNvPr id="0" name=""/>
        <dsp:cNvSpPr/>
      </dsp:nvSpPr>
      <dsp:spPr>
        <a:xfrm>
          <a:off x="0" y="3577632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2BC34-17FC-46E4-B91F-A1D65D17FBCC}">
      <dsp:nvSpPr>
        <dsp:cNvPr id="0" name=""/>
        <dsp:cNvSpPr/>
      </dsp:nvSpPr>
      <dsp:spPr>
        <a:xfrm>
          <a:off x="0" y="3577632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Database design and integration </a:t>
          </a:r>
        </a:p>
      </dsp:txBody>
      <dsp:txXfrm>
        <a:off x="0" y="3577632"/>
        <a:ext cx="7216416" cy="511001"/>
      </dsp:txXfrm>
    </dsp:sp>
    <dsp:sp modelId="{DA450D7E-E508-4372-8E8A-6A55052E0F46}">
      <dsp:nvSpPr>
        <dsp:cNvPr id="0" name=""/>
        <dsp:cNvSpPr/>
      </dsp:nvSpPr>
      <dsp:spPr>
        <a:xfrm>
          <a:off x="0" y="4088633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619C3-BA0B-4C50-9E4A-44C22453E5FF}">
      <dsp:nvSpPr>
        <dsp:cNvPr id="0" name=""/>
        <dsp:cNvSpPr/>
      </dsp:nvSpPr>
      <dsp:spPr>
        <a:xfrm>
          <a:off x="0" y="4088633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Payment system </a:t>
          </a:r>
        </a:p>
      </dsp:txBody>
      <dsp:txXfrm>
        <a:off x="0" y="4088633"/>
        <a:ext cx="7216416" cy="511001"/>
      </dsp:txXfrm>
    </dsp:sp>
    <dsp:sp modelId="{2727736F-4C9A-4C05-B4E7-23320CF6DD0B}">
      <dsp:nvSpPr>
        <dsp:cNvPr id="0" name=""/>
        <dsp:cNvSpPr/>
      </dsp:nvSpPr>
      <dsp:spPr>
        <a:xfrm>
          <a:off x="0" y="4599634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2B608-F28A-4211-917F-5FAF5FBE88D3}">
      <dsp:nvSpPr>
        <dsp:cNvPr id="0" name=""/>
        <dsp:cNvSpPr/>
      </dsp:nvSpPr>
      <dsp:spPr>
        <a:xfrm>
          <a:off x="0" y="4599634"/>
          <a:ext cx="7216416" cy="511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Authentication and session management</a:t>
          </a:r>
        </a:p>
      </dsp:txBody>
      <dsp:txXfrm>
        <a:off x="0" y="4599634"/>
        <a:ext cx="7216416" cy="511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826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202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32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6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5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76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7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92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7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07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381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C4DE9-7020-5528-312B-72BA74178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899" r="9091" b="2332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F6B5C-B1B1-6CF1-2D67-DD51E888F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n-US"/>
              <a:t>Drive Share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F56E1-DB56-84BC-CFB3-64A450838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r>
              <a:rPr lang="en-US"/>
              <a:t>Aldo Medina</a:t>
            </a:r>
          </a:p>
          <a:p>
            <a:r>
              <a:rPr lang="en-US"/>
              <a:t>Rania Dayekh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4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5A84C-3F6F-CDA2-2A85-8B182C672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9AA831-F8F9-635D-FAD4-048424F6C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747763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5692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B64F-9E91-43D8-B4D2-22B6B03F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 Used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6CBF6BE7-E250-55D3-B1E9-7084E15F1C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914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8CD5-A460-BE95-7B5F-44D252D4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481B9-179E-31FE-6690-C3AA386CA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4268804" cy="21631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Builds car listings step by step.</a:t>
            </a:r>
          </a:p>
          <a:p>
            <a:pPr marL="0" indent="0">
              <a:buNone/>
            </a:pPr>
            <a:r>
              <a:rPr lang="en-US" sz="2400" dirty="0"/>
              <a:t>Avoids complex constructors .</a:t>
            </a:r>
          </a:p>
          <a:p>
            <a:pPr marL="0" indent="0">
              <a:buNone/>
            </a:pPr>
            <a:r>
              <a:rPr lang="en-US" sz="2400" dirty="0"/>
              <a:t>Improves flexibility.</a:t>
            </a:r>
          </a:p>
        </p:txBody>
      </p:sp>
      <p:pic>
        <p:nvPicPr>
          <p:cNvPr id="4" name="Picture 3" descr="builder_diagram.png">
            <a:extLst>
              <a:ext uri="{FF2B5EF4-FFF2-40B4-BE49-F238E27FC236}">
                <a16:creationId xmlns:a16="http://schemas.microsoft.com/office/drawing/2014/main" id="{F9848FC1-0A17-C42D-7C9A-0EA72FB94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537" y="-13308"/>
            <a:ext cx="5502443" cy="688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9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28A1-BC53-8BC2-9204-4ADB5C30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Responsibility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7F96D-CB93-4F40-D396-F4A8326DD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4571999" cy="220399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Used for password recovery.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Each handler checks on question.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Easy to extend validation.</a:t>
            </a:r>
          </a:p>
        </p:txBody>
      </p:sp>
      <p:pic>
        <p:nvPicPr>
          <p:cNvPr id="4" name="Picture 3" descr="COR_diagram.png">
            <a:extLst>
              <a:ext uri="{FF2B5EF4-FFF2-40B4-BE49-F238E27FC236}">
                <a16:creationId xmlns:a16="http://schemas.microsoft.com/office/drawing/2014/main" id="{1DF2832E-D02A-56BF-171E-7A9BCCCD3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115" y="598096"/>
            <a:ext cx="6425885" cy="566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8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211E-6819-70D4-9EE4-E7F8089B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Mediator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B04E5-7BC6-19F1-FAD2-83DDC6993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493394" cy="2580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Coordinates search filters.</a:t>
            </a:r>
          </a:p>
          <a:p>
            <a:pPr marL="0" indent="0">
              <a:buNone/>
            </a:pPr>
            <a:r>
              <a:rPr lang="en-US" sz="2400" dirty="0"/>
              <a:t>Reduces component dependency.</a:t>
            </a:r>
          </a:p>
          <a:p>
            <a:pPr marL="0" indent="0">
              <a:buNone/>
            </a:pPr>
            <a:r>
              <a:rPr lang="en-US" sz="2400" dirty="0"/>
              <a:t>Centralized logic.</a:t>
            </a:r>
          </a:p>
        </p:txBody>
      </p:sp>
      <p:pic>
        <p:nvPicPr>
          <p:cNvPr id="4" name="Picture 3" descr="mediator_diagram.png">
            <a:extLst>
              <a:ext uri="{FF2B5EF4-FFF2-40B4-BE49-F238E27FC236}">
                <a16:creationId xmlns:a16="http://schemas.microsoft.com/office/drawing/2014/main" id="{C9AC8B24-6A3B-0A09-DFE9-4172169E9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505" y="92541"/>
            <a:ext cx="7180125" cy="674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26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8328-6AA5-5423-C241-608DF137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85C2F-F061-1DEA-2634-04C098133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316931" cy="3566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Used for notifications.</a:t>
            </a:r>
          </a:p>
          <a:p>
            <a:pPr marL="0" indent="0">
              <a:buNone/>
            </a:pPr>
            <a:r>
              <a:rPr lang="en-US" sz="2400" dirty="0"/>
              <a:t>Users get updates automatically.</a:t>
            </a:r>
          </a:p>
          <a:p>
            <a:pPr marL="0" indent="0">
              <a:buNone/>
            </a:pPr>
            <a:r>
              <a:rPr lang="en-US" sz="2400" dirty="0"/>
              <a:t>Supports watch feature.</a:t>
            </a:r>
          </a:p>
        </p:txBody>
      </p:sp>
      <p:pic>
        <p:nvPicPr>
          <p:cNvPr id="4" name="Picture 3" descr="observer_diagram.png">
            <a:extLst>
              <a:ext uri="{FF2B5EF4-FFF2-40B4-BE49-F238E27FC236}">
                <a16:creationId xmlns:a16="http://schemas.microsoft.com/office/drawing/2014/main" id="{421A4978-AF20-4381-34F8-62D4507E4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24" y="140368"/>
            <a:ext cx="7677176" cy="657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EFFD-ACF6-EB7E-FCBD-FDA271C3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6339-5684-C7C4-051C-47507EA5C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43" y="2528877"/>
            <a:ext cx="4140467" cy="2403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Validates payment requests.</a:t>
            </a:r>
          </a:p>
          <a:p>
            <a:pPr marL="0" indent="0">
              <a:buNone/>
            </a:pPr>
            <a:r>
              <a:rPr lang="en-US" sz="2400" dirty="0"/>
              <a:t>Adds security layer.</a:t>
            </a:r>
          </a:p>
          <a:p>
            <a:pPr marL="0" indent="0">
              <a:buNone/>
            </a:pPr>
            <a:r>
              <a:rPr lang="en-US" sz="2400" dirty="0"/>
              <a:t>Controls access to real service.</a:t>
            </a:r>
          </a:p>
        </p:txBody>
      </p:sp>
      <p:pic>
        <p:nvPicPr>
          <p:cNvPr id="4" name="Picture 3" descr="proxy_diagram.png">
            <a:extLst>
              <a:ext uri="{FF2B5EF4-FFF2-40B4-BE49-F238E27FC236}">
                <a16:creationId xmlns:a16="http://schemas.microsoft.com/office/drawing/2014/main" id="{B3B51E30-B863-0813-66AB-8CD2B9ECE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279" y="673767"/>
            <a:ext cx="7814721" cy="494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3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D6DB-6316-96CD-1F3E-A2170E8D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C5115-16D9-21B5-9C2E-560AABF7D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3338362" cy="2082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Manages sessions.</a:t>
            </a:r>
          </a:p>
          <a:p>
            <a:pPr marL="0" indent="0">
              <a:buNone/>
            </a:pPr>
            <a:r>
              <a:rPr lang="en-US" sz="2400" dirty="0"/>
              <a:t>Ensures one instance.</a:t>
            </a:r>
          </a:p>
          <a:p>
            <a:pPr marL="0" indent="0">
              <a:buNone/>
            </a:pPr>
            <a:r>
              <a:rPr lang="en-US" sz="2400" dirty="0"/>
              <a:t>Shared across system.</a:t>
            </a:r>
          </a:p>
        </p:txBody>
      </p:sp>
      <p:pic>
        <p:nvPicPr>
          <p:cNvPr id="4" name="Picture 3" descr="singleton_diagram.png">
            <a:extLst>
              <a:ext uri="{FF2B5EF4-FFF2-40B4-BE49-F238E27FC236}">
                <a16:creationId xmlns:a16="http://schemas.microsoft.com/office/drawing/2014/main" id="{E03BCE23-B6EC-E267-0FB3-07487D05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126" y="545431"/>
            <a:ext cx="7571874" cy="540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1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D1607-ED51-38D6-D5CC-7938E7902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Team Contributions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0332E3-56D5-EAF5-4751-0209520B2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326971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583587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Override1.xml><?xml version="1.0" encoding="utf-8"?>
<a:themeOverride xmlns:a="http://schemas.openxmlformats.org/drawingml/2006/main">
  <a:clrScheme name="Custom 6">
    <a:dk1>
      <a:sysClr val="windowText" lastClr="000000"/>
    </a:dk1>
    <a:lt1>
      <a:sysClr val="window" lastClr="FFFFFF"/>
    </a:lt1>
    <a:dk2>
      <a:srgbClr val="0D1C3B"/>
    </a:dk2>
    <a:lt2>
      <a:srgbClr val="F5F2F9"/>
    </a:lt2>
    <a:accent1>
      <a:srgbClr val="1973EB"/>
    </a:accent1>
    <a:accent2>
      <a:srgbClr val="25C8A2"/>
    </a:accent2>
    <a:accent3>
      <a:srgbClr val="BF8ED1"/>
    </a:accent3>
    <a:accent4>
      <a:srgbClr val="FE733C"/>
    </a:accent4>
    <a:accent5>
      <a:srgbClr val="FE5A5A"/>
    </a:accent5>
    <a:accent6>
      <a:srgbClr val="1AC16E"/>
    </a:accent6>
    <a:hlink>
      <a:srgbClr val="1AC16E"/>
    </a:hlink>
    <a:folHlink>
      <a:srgbClr val="00B0F0"/>
    </a:folHlink>
  </a:clrScheme>
</a:themeOverride>
</file>

<file path=ppt/theme/themeOverride2.xml><?xml version="1.0" encoding="utf-8"?>
<a:themeOverride xmlns:a="http://schemas.openxmlformats.org/drawingml/2006/main">
  <a:clrScheme name="Custom 6">
    <a:dk1>
      <a:sysClr val="windowText" lastClr="000000"/>
    </a:dk1>
    <a:lt1>
      <a:sysClr val="window" lastClr="FFFFFF"/>
    </a:lt1>
    <a:dk2>
      <a:srgbClr val="0D1C3B"/>
    </a:dk2>
    <a:lt2>
      <a:srgbClr val="F5F2F9"/>
    </a:lt2>
    <a:accent1>
      <a:srgbClr val="1973EB"/>
    </a:accent1>
    <a:accent2>
      <a:srgbClr val="25C8A2"/>
    </a:accent2>
    <a:accent3>
      <a:srgbClr val="BF8ED1"/>
    </a:accent3>
    <a:accent4>
      <a:srgbClr val="FE733C"/>
    </a:accent4>
    <a:accent5>
      <a:srgbClr val="FE5A5A"/>
    </a:accent5>
    <a:accent6>
      <a:srgbClr val="1AC16E"/>
    </a:accent6>
    <a:hlink>
      <a:srgbClr val="1AC16E"/>
    </a:hlink>
    <a:folHlink>
      <a:srgbClr val="00B0F0"/>
    </a:folHlink>
  </a:clrScheme>
</a:themeOverride>
</file>

<file path=ppt/theme/themeOverride3.xml><?xml version="1.0" encoding="utf-8"?>
<a:themeOverride xmlns:a="http://schemas.openxmlformats.org/drawingml/2006/main">
  <a:clrScheme name="Custom 6">
    <a:dk1>
      <a:sysClr val="windowText" lastClr="000000"/>
    </a:dk1>
    <a:lt1>
      <a:sysClr val="window" lastClr="FFFFFF"/>
    </a:lt1>
    <a:dk2>
      <a:srgbClr val="0D1C3B"/>
    </a:dk2>
    <a:lt2>
      <a:srgbClr val="F5F2F9"/>
    </a:lt2>
    <a:accent1>
      <a:srgbClr val="1973EB"/>
    </a:accent1>
    <a:accent2>
      <a:srgbClr val="25C8A2"/>
    </a:accent2>
    <a:accent3>
      <a:srgbClr val="BF8ED1"/>
    </a:accent3>
    <a:accent4>
      <a:srgbClr val="FE733C"/>
    </a:accent4>
    <a:accent5>
      <a:srgbClr val="FE5A5A"/>
    </a:accent5>
    <a:accent6>
      <a:srgbClr val="1AC16E"/>
    </a:accent6>
    <a:hlink>
      <a:srgbClr val="1AC16E"/>
    </a:hlink>
    <a:folHlink>
      <a:srgbClr val="00B0F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159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Grandview Display</vt:lpstr>
      <vt:lpstr>DashVTI</vt:lpstr>
      <vt:lpstr>Drive Share</vt:lpstr>
      <vt:lpstr>Overview</vt:lpstr>
      <vt:lpstr>Design Pattern Used</vt:lpstr>
      <vt:lpstr>Builder Pattern</vt:lpstr>
      <vt:lpstr>Chain of Responsibility</vt:lpstr>
      <vt:lpstr>Mediator Pattern</vt:lpstr>
      <vt:lpstr>Observer Pattern</vt:lpstr>
      <vt:lpstr>Proxy Pattern</vt:lpstr>
      <vt:lpstr>Singleton Pattern</vt:lpstr>
      <vt:lpstr>Team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Rania Dayekh</dc:creator>
  <cp:lastModifiedBy>Rania Dayekh</cp:lastModifiedBy>
  <cp:revision>1</cp:revision>
  <dcterms:created xsi:type="dcterms:W3CDTF">2026-04-13T23:38:16Z</dcterms:created>
  <dcterms:modified xsi:type="dcterms:W3CDTF">2026-04-14T00:12:03Z</dcterms:modified>
</cp:coreProperties>
</file>